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79" r:id="rId10"/>
    <p:sldId id="281" r:id="rId11"/>
    <p:sldId id="263" r:id="rId12"/>
    <p:sldId id="277" r:id="rId13"/>
    <p:sldId id="280" r:id="rId14"/>
    <p:sldId id="282" r:id="rId15"/>
    <p:sldId id="283" r:id="rId16"/>
    <p:sldId id="270" r:id="rId17"/>
    <p:sldId id="275" r:id="rId18"/>
  </p:sldIdLst>
  <p:sldSz cx="18288000" cy="10287000"/>
  <p:notesSz cx="6858000" cy="9144000"/>
  <p:embeddedFontLst>
    <p:embeddedFont>
      <p:font typeface="Anton" pitchFamily="2" charset="0"/>
      <p:regular r:id="rId20"/>
    </p:embeddedFont>
    <p:embeddedFont>
      <p:font typeface="Arimo Bold" panose="020B0604020202020204" charset="0"/>
      <p:regular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old" panose="00000800000000000000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9" d="100"/>
          <a:sy n="109" d="100"/>
        </p:scale>
        <p:origin x="174" y="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4BA945-9A2F-4188-AB84-D715577A5532}" type="doc">
      <dgm:prSet loTypeId="urn:microsoft.com/office/officeart/2005/8/layout/lProcess3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15C81DE-2C5D-4608-A525-C721A5BC26FC}">
      <dgm:prSet/>
      <dgm:spPr/>
      <dgm:t>
        <a:bodyPr/>
        <a:lstStyle/>
        <a:p>
          <a:r>
            <a:rPr lang="en-US"/>
            <a:t>YÖNTEMLER</a:t>
          </a:r>
        </a:p>
      </dgm:t>
    </dgm:pt>
    <dgm:pt modelId="{356CCFB9-AF12-4B6D-AC43-E606186F8CF6}" type="parTrans" cxnId="{22D07CDA-8549-4454-AB3B-AC42E393B52E}">
      <dgm:prSet/>
      <dgm:spPr/>
      <dgm:t>
        <a:bodyPr/>
        <a:lstStyle/>
        <a:p>
          <a:endParaRPr lang="en-US"/>
        </a:p>
      </dgm:t>
    </dgm:pt>
    <dgm:pt modelId="{30A152DC-DFEF-4712-A645-1A059070EDB6}" type="sibTrans" cxnId="{22D07CDA-8549-4454-AB3B-AC42E393B52E}">
      <dgm:prSet/>
      <dgm:spPr/>
      <dgm:t>
        <a:bodyPr/>
        <a:lstStyle/>
        <a:p>
          <a:endParaRPr lang="en-US"/>
        </a:p>
      </dgm:t>
    </dgm:pt>
    <dgm:pt modelId="{148488C2-460F-43BD-9AD1-5AD4F3608B85}" type="pres">
      <dgm:prSet presAssocID="{774BA945-9A2F-4188-AB84-D715577A553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F942E36-7D25-4934-8264-75BD4D3A1B16}" type="pres">
      <dgm:prSet presAssocID="{115C81DE-2C5D-4608-A525-C721A5BC26FC}" presName="horFlow" presStyleCnt="0"/>
      <dgm:spPr/>
    </dgm:pt>
    <dgm:pt modelId="{92549E9F-B664-40FF-8AC0-9DCF98D274A9}" type="pres">
      <dgm:prSet presAssocID="{115C81DE-2C5D-4608-A525-C721A5BC26FC}" presName="bigChev" presStyleLbl="node1" presStyleIdx="0" presStyleCnt="1"/>
      <dgm:spPr/>
    </dgm:pt>
  </dgm:ptLst>
  <dgm:cxnLst>
    <dgm:cxn modelId="{70A22CB7-60AB-47EC-8E50-C4D604409B2B}" type="presOf" srcId="{115C81DE-2C5D-4608-A525-C721A5BC26FC}" destId="{92549E9F-B664-40FF-8AC0-9DCF98D274A9}" srcOrd="0" destOrd="0" presId="urn:microsoft.com/office/officeart/2005/8/layout/lProcess3"/>
    <dgm:cxn modelId="{22D07CDA-8549-4454-AB3B-AC42E393B52E}" srcId="{774BA945-9A2F-4188-AB84-D715577A5532}" destId="{115C81DE-2C5D-4608-A525-C721A5BC26FC}" srcOrd="0" destOrd="0" parTransId="{356CCFB9-AF12-4B6D-AC43-E606186F8CF6}" sibTransId="{30A152DC-DFEF-4712-A645-1A059070EDB6}"/>
    <dgm:cxn modelId="{E7D64CDE-8B1F-41F8-B8EF-635C4217D44F}" type="presOf" srcId="{774BA945-9A2F-4188-AB84-D715577A5532}" destId="{148488C2-460F-43BD-9AD1-5AD4F3608B85}" srcOrd="0" destOrd="0" presId="urn:microsoft.com/office/officeart/2005/8/layout/lProcess3"/>
    <dgm:cxn modelId="{5446FBFC-9D92-419F-8F6E-E8DE7A259E08}" type="presParOf" srcId="{148488C2-460F-43BD-9AD1-5AD4F3608B85}" destId="{9F942E36-7D25-4934-8264-75BD4D3A1B16}" srcOrd="0" destOrd="0" presId="urn:microsoft.com/office/officeart/2005/8/layout/lProcess3"/>
    <dgm:cxn modelId="{F24F68F6-DF5F-4E36-A77A-06288A6790ED}" type="presParOf" srcId="{9F942E36-7D25-4934-8264-75BD4D3A1B16}" destId="{92549E9F-B664-40FF-8AC0-9DCF98D274A9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557546-14C6-46CD-8000-78E041E6EB3E}" type="doc">
      <dgm:prSet loTypeId="urn:microsoft.com/office/officeart/2005/8/layout/radial6" loCatId="cycle" qsTypeId="urn:microsoft.com/office/officeart/2005/8/quickstyle/simple1" qsCatId="simple" csTypeId="urn:microsoft.com/office/officeart/2005/8/colors/colorful3" csCatId="colorful" phldr="1"/>
      <dgm:spPr/>
    </dgm:pt>
    <dgm:pt modelId="{C197062B-B6DD-4ED6-8386-0997AB4D3358}">
      <dgm:prSet phldrT="[Metin]"/>
      <dgm:spPr/>
      <dgm:t>
        <a:bodyPr/>
        <a:lstStyle/>
        <a:p>
          <a:r>
            <a:rPr lang="en-US" dirty="0" err="1"/>
            <a:t>Tanımlayıcı</a:t>
          </a:r>
          <a:endParaRPr lang="en-US" dirty="0"/>
        </a:p>
      </dgm:t>
    </dgm:pt>
    <dgm:pt modelId="{39EEE670-E0BE-4EAA-AB7D-D6B04D7B35FD}" type="parTrans" cxnId="{10A67583-C8B9-4D40-872D-30D282F19E9C}">
      <dgm:prSet/>
      <dgm:spPr/>
      <dgm:t>
        <a:bodyPr/>
        <a:lstStyle/>
        <a:p>
          <a:endParaRPr lang="en-US"/>
        </a:p>
      </dgm:t>
    </dgm:pt>
    <dgm:pt modelId="{648BD567-DE53-4F53-BB45-B337AA0F6C24}" type="sibTrans" cxnId="{10A67583-C8B9-4D40-872D-30D282F19E9C}">
      <dgm:prSet/>
      <dgm:spPr/>
      <dgm:t>
        <a:bodyPr/>
        <a:lstStyle/>
        <a:p>
          <a:endParaRPr lang="en-US"/>
        </a:p>
      </dgm:t>
    </dgm:pt>
    <dgm:pt modelId="{BD2A59F2-83CC-4D67-B001-2828D53BCE7C}">
      <dgm:prSet phldrT="[Metin]"/>
      <dgm:spPr/>
      <dgm:t>
        <a:bodyPr/>
        <a:lstStyle/>
        <a:p>
          <a:r>
            <a:rPr lang="en-US" dirty="0" err="1"/>
            <a:t>Tahmin</a:t>
          </a:r>
          <a:r>
            <a:rPr lang="en-US" dirty="0"/>
            <a:t> </a:t>
          </a:r>
          <a:r>
            <a:rPr lang="en-US" dirty="0" err="1"/>
            <a:t>Edici</a:t>
          </a:r>
          <a:endParaRPr lang="en-US" dirty="0"/>
        </a:p>
      </dgm:t>
    </dgm:pt>
    <dgm:pt modelId="{37022788-85FD-448D-B3D7-B4CAEF7BFF88}" type="parTrans" cxnId="{D0449554-55C6-4853-911D-1876D2ED3CF7}">
      <dgm:prSet/>
      <dgm:spPr/>
      <dgm:t>
        <a:bodyPr/>
        <a:lstStyle/>
        <a:p>
          <a:endParaRPr lang="en-US"/>
        </a:p>
      </dgm:t>
    </dgm:pt>
    <dgm:pt modelId="{40149194-36B9-4F3E-A6EE-999E51234A9E}" type="sibTrans" cxnId="{D0449554-55C6-4853-911D-1876D2ED3CF7}">
      <dgm:prSet/>
      <dgm:spPr/>
      <dgm:t>
        <a:bodyPr/>
        <a:lstStyle/>
        <a:p>
          <a:endParaRPr lang="en-US"/>
        </a:p>
      </dgm:t>
    </dgm:pt>
    <dgm:pt modelId="{A2F152CB-2A1D-441C-B185-6B15EA5E39EB}" type="pres">
      <dgm:prSet presAssocID="{FD557546-14C6-46CD-8000-78E041E6EB3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04B2C6-8CCD-4406-A39A-DF194E21DC4E}" type="pres">
      <dgm:prSet presAssocID="{C197062B-B6DD-4ED6-8386-0997AB4D3358}" presName="centerShape" presStyleLbl="node0" presStyleIdx="0" presStyleCnt="1"/>
      <dgm:spPr/>
    </dgm:pt>
    <dgm:pt modelId="{908657DF-F657-4170-86C3-B5A6D6D129F8}" type="pres">
      <dgm:prSet presAssocID="{BD2A59F2-83CC-4D67-B001-2828D53BCE7C}" presName="oneComp" presStyleCnt="0"/>
      <dgm:spPr/>
    </dgm:pt>
    <dgm:pt modelId="{0700BF68-F51E-4B45-AAE7-516FE58762E2}" type="pres">
      <dgm:prSet presAssocID="{BD2A59F2-83CC-4D67-B001-2828D53BCE7C}" presName="dummyConnPt" presStyleCnt="0"/>
      <dgm:spPr/>
    </dgm:pt>
    <dgm:pt modelId="{898CED36-77A7-49AB-A8B5-9B6397478500}" type="pres">
      <dgm:prSet presAssocID="{BD2A59F2-83CC-4D67-B001-2828D53BCE7C}" presName="oneNode" presStyleLbl="node1" presStyleIdx="0" presStyleCnt="1">
        <dgm:presLayoutVars>
          <dgm:bulletEnabled val="1"/>
        </dgm:presLayoutVars>
      </dgm:prSet>
      <dgm:spPr/>
    </dgm:pt>
    <dgm:pt modelId="{ED3402B6-9CB4-4268-A99B-1B9B085C8C17}" type="pres">
      <dgm:prSet presAssocID="{BD2A59F2-83CC-4D67-B001-2828D53BCE7C}" presName="dummya" presStyleCnt="0"/>
      <dgm:spPr/>
    </dgm:pt>
    <dgm:pt modelId="{BD4C6D42-AE61-435D-902A-6AE354F8D5B6}" type="pres">
      <dgm:prSet presAssocID="{BD2A59F2-83CC-4D67-B001-2828D53BCE7C}" presName="dummyb" presStyleCnt="0"/>
      <dgm:spPr/>
    </dgm:pt>
    <dgm:pt modelId="{78999F5A-5996-41D5-9A28-B8DF30F4033B}" type="pres">
      <dgm:prSet presAssocID="{BD2A59F2-83CC-4D67-B001-2828D53BCE7C}" presName="dummyc" presStyleCnt="0"/>
      <dgm:spPr/>
    </dgm:pt>
    <dgm:pt modelId="{5DBB87D7-0B08-47B2-9405-B5BDE37D72ED}" type="pres">
      <dgm:prSet presAssocID="{40149194-36B9-4F3E-A6EE-999E51234A9E}" presName="singleconn" presStyleLbl="sibTrans2D1" presStyleIdx="0" presStyleCnt="1"/>
      <dgm:spPr/>
    </dgm:pt>
  </dgm:ptLst>
  <dgm:cxnLst>
    <dgm:cxn modelId="{D0449554-55C6-4853-911D-1876D2ED3CF7}" srcId="{C197062B-B6DD-4ED6-8386-0997AB4D3358}" destId="{BD2A59F2-83CC-4D67-B001-2828D53BCE7C}" srcOrd="0" destOrd="0" parTransId="{37022788-85FD-448D-B3D7-B4CAEF7BFF88}" sibTransId="{40149194-36B9-4F3E-A6EE-999E51234A9E}"/>
    <dgm:cxn modelId="{10A67583-C8B9-4D40-872D-30D282F19E9C}" srcId="{FD557546-14C6-46CD-8000-78E041E6EB3E}" destId="{C197062B-B6DD-4ED6-8386-0997AB4D3358}" srcOrd="0" destOrd="0" parTransId="{39EEE670-E0BE-4EAA-AB7D-D6B04D7B35FD}" sibTransId="{648BD567-DE53-4F53-BB45-B337AA0F6C24}"/>
    <dgm:cxn modelId="{2E14759A-C0DC-41B1-B683-0A75817F9078}" type="presOf" srcId="{C197062B-B6DD-4ED6-8386-0997AB4D3358}" destId="{BF04B2C6-8CCD-4406-A39A-DF194E21DC4E}" srcOrd="0" destOrd="0" presId="urn:microsoft.com/office/officeart/2005/8/layout/radial6"/>
    <dgm:cxn modelId="{F0E70EB2-A47B-41B5-8E81-CABEC4ABB23A}" type="presOf" srcId="{BD2A59F2-83CC-4D67-B001-2828D53BCE7C}" destId="{898CED36-77A7-49AB-A8B5-9B6397478500}" srcOrd="0" destOrd="0" presId="urn:microsoft.com/office/officeart/2005/8/layout/radial6"/>
    <dgm:cxn modelId="{2EEBCEDB-E61F-4150-96A9-6C81B125CD17}" type="presOf" srcId="{FD557546-14C6-46CD-8000-78E041E6EB3E}" destId="{A2F152CB-2A1D-441C-B185-6B15EA5E39EB}" srcOrd="0" destOrd="0" presId="urn:microsoft.com/office/officeart/2005/8/layout/radial6"/>
    <dgm:cxn modelId="{1D79EFF4-E38D-44D4-979E-AA61AD977A08}" type="presOf" srcId="{40149194-36B9-4F3E-A6EE-999E51234A9E}" destId="{5DBB87D7-0B08-47B2-9405-B5BDE37D72ED}" srcOrd="0" destOrd="0" presId="urn:microsoft.com/office/officeart/2005/8/layout/radial6"/>
    <dgm:cxn modelId="{1732170E-3EEA-4E30-9341-D1294456B665}" type="presParOf" srcId="{A2F152CB-2A1D-441C-B185-6B15EA5E39EB}" destId="{BF04B2C6-8CCD-4406-A39A-DF194E21DC4E}" srcOrd="0" destOrd="0" presId="urn:microsoft.com/office/officeart/2005/8/layout/radial6"/>
    <dgm:cxn modelId="{924D2038-438C-4D80-8EA0-898162F196FB}" type="presParOf" srcId="{A2F152CB-2A1D-441C-B185-6B15EA5E39EB}" destId="{908657DF-F657-4170-86C3-B5A6D6D129F8}" srcOrd="1" destOrd="0" presId="urn:microsoft.com/office/officeart/2005/8/layout/radial6"/>
    <dgm:cxn modelId="{A77B25AA-EA8D-430B-8BDD-368936131354}" type="presParOf" srcId="{908657DF-F657-4170-86C3-B5A6D6D129F8}" destId="{0700BF68-F51E-4B45-AAE7-516FE58762E2}" srcOrd="0" destOrd="0" presId="urn:microsoft.com/office/officeart/2005/8/layout/radial6"/>
    <dgm:cxn modelId="{1BCAF89D-0191-47D6-A60F-E8B425911ABC}" type="presParOf" srcId="{908657DF-F657-4170-86C3-B5A6D6D129F8}" destId="{898CED36-77A7-49AB-A8B5-9B6397478500}" srcOrd="1" destOrd="0" presId="urn:microsoft.com/office/officeart/2005/8/layout/radial6"/>
    <dgm:cxn modelId="{7A6C6008-04F4-41FE-99D6-11792290A75C}" type="presParOf" srcId="{A2F152CB-2A1D-441C-B185-6B15EA5E39EB}" destId="{ED3402B6-9CB4-4268-A99B-1B9B085C8C17}" srcOrd="2" destOrd="0" presId="urn:microsoft.com/office/officeart/2005/8/layout/radial6"/>
    <dgm:cxn modelId="{CD872B66-FDE7-4F9E-B478-F0F9ACB64ED4}" type="presParOf" srcId="{A2F152CB-2A1D-441C-B185-6B15EA5E39EB}" destId="{BD4C6D42-AE61-435D-902A-6AE354F8D5B6}" srcOrd="3" destOrd="0" presId="urn:microsoft.com/office/officeart/2005/8/layout/radial6"/>
    <dgm:cxn modelId="{EE65A70A-8B6F-4825-9A2F-EE07337DA641}" type="presParOf" srcId="{A2F152CB-2A1D-441C-B185-6B15EA5E39EB}" destId="{78999F5A-5996-41D5-9A28-B8DF30F4033B}" srcOrd="4" destOrd="0" presId="urn:microsoft.com/office/officeart/2005/8/layout/radial6"/>
    <dgm:cxn modelId="{786B6EDD-22A7-4368-A8C0-C917199E9032}" type="presParOf" srcId="{A2F152CB-2A1D-441C-B185-6B15EA5E39EB}" destId="{5DBB87D7-0B08-47B2-9405-B5BDE37D72ED}" srcOrd="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BA3D92-F8D1-453C-98F3-B3E49838A215}" type="doc">
      <dgm:prSet loTypeId="urn:microsoft.com/office/officeart/2009/layout/CircleArrowProcess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D87FB2-3465-4949-9A6B-7E2D8C127DF5}">
      <dgm:prSet phldrT="[Metin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YAZILIM DİLLERİ</a:t>
          </a:r>
        </a:p>
      </dgm:t>
    </dgm:pt>
    <dgm:pt modelId="{ABD27B6A-9D67-4333-9499-F1C4E45DF894}" type="parTrans" cxnId="{F373D9BF-12CC-43E4-9DF8-DF5DE0FC65F1}">
      <dgm:prSet/>
      <dgm:spPr/>
      <dgm:t>
        <a:bodyPr/>
        <a:lstStyle/>
        <a:p>
          <a:endParaRPr lang="en-US"/>
        </a:p>
      </dgm:t>
    </dgm:pt>
    <dgm:pt modelId="{A93FCE6C-6440-45BD-8D46-0445665EB41A}" type="sibTrans" cxnId="{F373D9BF-12CC-43E4-9DF8-DF5DE0FC65F1}">
      <dgm:prSet/>
      <dgm:spPr/>
      <dgm:t>
        <a:bodyPr/>
        <a:lstStyle/>
        <a:p>
          <a:endParaRPr lang="en-US"/>
        </a:p>
      </dgm:t>
    </dgm:pt>
    <dgm:pt modelId="{49A80690-B2BF-4AE1-AA1D-390AC8269245}">
      <dgm:prSet phldrT="[Metin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KULLANILAN KALIPLAR</a:t>
          </a:r>
        </a:p>
      </dgm:t>
    </dgm:pt>
    <dgm:pt modelId="{4CC26072-A5B8-4A9E-BB20-CEA47E6FF93E}" type="parTrans" cxnId="{5042869A-0EB0-49B8-857E-F1A6EB4A39FA}">
      <dgm:prSet/>
      <dgm:spPr/>
      <dgm:t>
        <a:bodyPr/>
        <a:lstStyle/>
        <a:p>
          <a:endParaRPr lang="en-US"/>
        </a:p>
      </dgm:t>
    </dgm:pt>
    <dgm:pt modelId="{F2ABFB1C-D48A-4B1D-A861-A556ACBE7D47}" type="sibTrans" cxnId="{5042869A-0EB0-49B8-857E-F1A6EB4A39FA}">
      <dgm:prSet/>
      <dgm:spPr/>
      <dgm:t>
        <a:bodyPr/>
        <a:lstStyle/>
        <a:p>
          <a:endParaRPr lang="en-US"/>
        </a:p>
      </dgm:t>
    </dgm:pt>
    <dgm:pt modelId="{E909CE75-AFBE-4E24-BBFA-748EEA3B5272}">
      <dgm:prSet phldrT="[Metin]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HANGİ DİLLER NE KONUDA KONUŞULUYOR</a:t>
          </a:r>
        </a:p>
      </dgm:t>
    </dgm:pt>
    <dgm:pt modelId="{1A9D519A-E9E1-4B4A-BD33-A21CBB53487A}" type="parTrans" cxnId="{B30747E3-B0D3-47C5-AF36-2DEB5F374D60}">
      <dgm:prSet/>
      <dgm:spPr/>
      <dgm:t>
        <a:bodyPr/>
        <a:lstStyle/>
        <a:p>
          <a:endParaRPr lang="en-US"/>
        </a:p>
      </dgm:t>
    </dgm:pt>
    <dgm:pt modelId="{318814A9-7B65-45B2-BD03-C915697B0C85}" type="sibTrans" cxnId="{B30747E3-B0D3-47C5-AF36-2DEB5F374D60}">
      <dgm:prSet/>
      <dgm:spPr/>
      <dgm:t>
        <a:bodyPr/>
        <a:lstStyle/>
        <a:p>
          <a:endParaRPr lang="en-US"/>
        </a:p>
      </dgm:t>
    </dgm:pt>
    <dgm:pt modelId="{0190142E-6703-4F2B-9D78-629901806C05}" type="pres">
      <dgm:prSet presAssocID="{F9BA3D92-F8D1-453C-98F3-B3E49838A215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EC7FDFEC-23FB-4073-8F54-74054BE9FF4C}" type="pres">
      <dgm:prSet presAssocID="{48D87FB2-3465-4949-9A6B-7E2D8C127DF5}" presName="Accent1" presStyleCnt="0"/>
      <dgm:spPr/>
    </dgm:pt>
    <dgm:pt modelId="{524EA1A7-ACBA-4BE6-BBDE-6BF2A685C8C4}" type="pres">
      <dgm:prSet presAssocID="{48D87FB2-3465-4949-9A6B-7E2D8C127DF5}" presName="Accent" presStyleLbl="node1" presStyleIdx="0" presStyleCnt="3"/>
      <dgm:spPr/>
    </dgm:pt>
    <dgm:pt modelId="{29EEAB3D-F2CB-422F-B207-BB9DA0EB2316}" type="pres">
      <dgm:prSet presAssocID="{48D87FB2-3465-4949-9A6B-7E2D8C127DF5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23981E8F-796D-4912-A5BA-6222E3D41250}" type="pres">
      <dgm:prSet presAssocID="{49A80690-B2BF-4AE1-AA1D-390AC8269245}" presName="Accent2" presStyleCnt="0"/>
      <dgm:spPr/>
    </dgm:pt>
    <dgm:pt modelId="{6F78AA05-C1BF-47BC-A30F-E303041D746A}" type="pres">
      <dgm:prSet presAssocID="{49A80690-B2BF-4AE1-AA1D-390AC8269245}" presName="Accent" presStyleLbl="node1" presStyleIdx="1" presStyleCnt="3"/>
      <dgm:spPr/>
    </dgm:pt>
    <dgm:pt modelId="{819579B9-E104-48E9-A924-8DE3B3EB1D00}" type="pres">
      <dgm:prSet presAssocID="{49A80690-B2BF-4AE1-AA1D-390AC8269245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EB51B780-2FF0-4BD2-9FA5-24CFBE164E4B}" type="pres">
      <dgm:prSet presAssocID="{E909CE75-AFBE-4E24-BBFA-748EEA3B5272}" presName="Accent3" presStyleCnt="0"/>
      <dgm:spPr/>
    </dgm:pt>
    <dgm:pt modelId="{C230E4BB-CAFA-4432-9A68-C469B39C6FB7}" type="pres">
      <dgm:prSet presAssocID="{E909CE75-AFBE-4E24-BBFA-748EEA3B5272}" presName="Accent" presStyleLbl="node1" presStyleIdx="2" presStyleCnt="3"/>
      <dgm:spPr/>
    </dgm:pt>
    <dgm:pt modelId="{6A039708-D461-428A-B87C-E3E9CAD9F7C4}" type="pres">
      <dgm:prSet presAssocID="{E909CE75-AFBE-4E24-BBFA-748EEA3B5272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348AA30B-027C-4009-9FFA-9C312A4AEC2B}" type="presOf" srcId="{48D87FB2-3465-4949-9A6B-7E2D8C127DF5}" destId="{29EEAB3D-F2CB-422F-B207-BB9DA0EB2316}" srcOrd="0" destOrd="0" presId="urn:microsoft.com/office/officeart/2009/layout/CircleArrowProcess"/>
    <dgm:cxn modelId="{5042869A-0EB0-49B8-857E-F1A6EB4A39FA}" srcId="{F9BA3D92-F8D1-453C-98F3-B3E49838A215}" destId="{49A80690-B2BF-4AE1-AA1D-390AC8269245}" srcOrd="1" destOrd="0" parTransId="{4CC26072-A5B8-4A9E-BB20-CEA47E6FF93E}" sibTransId="{F2ABFB1C-D48A-4B1D-A861-A556ACBE7D47}"/>
    <dgm:cxn modelId="{22C74EA0-7756-42A4-A2A8-7F5D5F24B14C}" type="presOf" srcId="{E909CE75-AFBE-4E24-BBFA-748EEA3B5272}" destId="{6A039708-D461-428A-B87C-E3E9CAD9F7C4}" srcOrd="0" destOrd="0" presId="urn:microsoft.com/office/officeart/2009/layout/CircleArrowProcess"/>
    <dgm:cxn modelId="{448CCDAB-2D00-4761-8730-03C6F7411E69}" type="presOf" srcId="{F9BA3D92-F8D1-453C-98F3-B3E49838A215}" destId="{0190142E-6703-4F2B-9D78-629901806C05}" srcOrd="0" destOrd="0" presId="urn:microsoft.com/office/officeart/2009/layout/CircleArrowProcess"/>
    <dgm:cxn modelId="{F373D9BF-12CC-43E4-9DF8-DF5DE0FC65F1}" srcId="{F9BA3D92-F8D1-453C-98F3-B3E49838A215}" destId="{48D87FB2-3465-4949-9A6B-7E2D8C127DF5}" srcOrd="0" destOrd="0" parTransId="{ABD27B6A-9D67-4333-9499-F1C4E45DF894}" sibTransId="{A93FCE6C-6440-45BD-8D46-0445665EB41A}"/>
    <dgm:cxn modelId="{F17856CE-4BB2-4A1A-8F6A-0610360DCB01}" type="presOf" srcId="{49A80690-B2BF-4AE1-AA1D-390AC8269245}" destId="{819579B9-E104-48E9-A924-8DE3B3EB1D00}" srcOrd="0" destOrd="0" presId="urn:microsoft.com/office/officeart/2009/layout/CircleArrowProcess"/>
    <dgm:cxn modelId="{B30747E3-B0D3-47C5-AF36-2DEB5F374D60}" srcId="{F9BA3D92-F8D1-453C-98F3-B3E49838A215}" destId="{E909CE75-AFBE-4E24-BBFA-748EEA3B5272}" srcOrd="2" destOrd="0" parTransId="{1A9D519A-E9E1-4B4A-BD33-A21CBB53487A}" sibTransId="{318814A9-7B65-45B2-BD03-C915697B0C85}"/>
    <dgm:cxn modelId="{10EFD9F0-346B-4B73-B155-4DE68949264E}" type="presParOf" srcId="{0190142E-6703-4F2B-9D78-629901806C05}" destId="{EC7FDFEC-23FB-4073-8F54-74054BE9FF4C}" srcOrd="0" destOrd="0" presId="urn:microsoft.com/office/officeart/2009/layout/CircleArrowProcess"/>
    <dgm:cxn modelId="{D93B6DE5-1EF9-4109-AC9F-619F90BE1866}" type="presParOf" srcId="{EC7FDFEC-23FB-4073-8F54-74054BE9FF4C}" destId="{524EA1A7-ACBA-4BE6-BBDE-6BF2A685C8C4}" srcOrd="0" destOrd="0" presId="urn:microsoft.com/office/officeart/2009/layout/CircleArrowProcess"/>
    <dgm:cxn modelId="{7C906B78-5B36-4A29-B399-56167336207B}" type="presParOf" srcId="{0190142E-6703-4F2B-9D78-629901806C05}" destId="{29EEAB3D-F2CB-422F-B207-BB9DA0EB2316}" srcOrd="1" destOrd="0" presId="urn:microsoft.com/office/officeart/2009/layout/CircleArrowProcess"/>
    <dgm:cxn modelId="{FDFAD08F-0D99-44C7-8667-ED0DDE26AB15}" type="presParOf" srcId="{0190142E-6703-4F2B-9D78-629901806C05}" destId="{23981E8F-796D-4912-A5BA-6222E3D41250}" srcOrd="2" destOrd="0" presId="urn:microsoft.com/office/officeart/2009/layout/CircleArrowProcess"/>
    <dgm:cxn modelId="{2E348466-0571-4B80-9D8C-FD5DA13B0084}" type="presParOf" srcId="{23981E8F-796D-4912-A5BA-6222E3D41250}" destId="{6F78AA05-C1BF-47BC-A30F-E303041D746A}" srcOrd="0" destOrd="0" presId="urn:microsoft.com/office/officeart/2009/layout/CircleArrowProcess"/>
    <dgm:cxn modelId="{91A79139-D4A6-4A81-B891-9A480F44E92B}" type="presParOf" srcId="{0190142E-6703-4F2B-9D78-629901806C05}" destId="{819579B9-E104-48E9-A924-8DE3B3EB1D00}" srcOrd="3" destOrd="0" presId="urn:microsoft.com/office/officeart/2009/layout/CircleArrowProcess"/>
    <dgm:cxn modelId="{B28D69CC-206A-4DA2-B927-529004C221D2}" type="presParOf" srcId="{0190142E-6703-4F2B-9D78-629901806C05}" destId="{EB51B780-2FF0-4BD2-9FA5-24CFBE164E4B}" srcOrd="4" destOrd="0" presId="urn:microsoft.com/office/officeart/2009/layout/CircleArrowProcess"/>
    <dgm:cxn modelId="{213C1596-6F6B-4D75-95A3-3DE52945C2F3}" type="presParOf" srcId="{EB51B780-2FF0-4BD2-9FA5-24CFBE164E4B}" destId="{C230E4BB-CAFA-4432-9A68-C469B39C6FB7}" srcOrd="0" destOrd="0" presId="urn:microsoft.com/office/officeart/2009/layout/CircleArrowProcess"/>
    <dgm:cxn modelId="{2A6ADAA4-67C6-46E2-A769-21DD336185E2}" type="presParOf" srcId="{0190142E-6703-4F2B-9D78-629901806C05}" destId="{6A039708-D461-428A-B87C-E3E9CAD9F7C4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49E9F-B664-40FF-8AC0-9DCF98D274A9}">
      <dsp:nvSpPr>
        <dsp:cNvPr id="0" name=""/>
        <dsp:cNvSpPr/>
      </dsp:nvSpPr>
      <dsp:spPr>
        <a:xfrm>
          <a:off x="611750" y="550"/>
          <a:ext cx="1839738" cy="735895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YÖNTEMLER</a:t>
          </a:r>
        </a:p>
      </dsp:txBody>
      <dsp:txXfrm>
        <a:off x="979698" y="550"/>
        <a:ext cx="1103843" cy="7358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B87D7-0B08-47B2-9405-B5BDE37D72ED}">
      <dsp:nvSpPr>
        <dsp:cNvPr id="0" name=""/>
        <dsp:cNvSpPr/>
      </dsp:nvSpPr>
      <dsp:spPr>
        <a:xfrm>
          <a:off x="818507" y="590335"/>
          <a:ext cx="3901325" cy="3901325"/>
        </a:xfrm>
        <a:prstGeom prst="blockArc">
          <a:avLst>
            <a:gd name="adj1" fmla="val 10561"/>
            <a:gd name="adj2" fmla="val 21589439"/>
            <a:gd name="adj3" fmla="val 464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4B2C6-8CCD-4406-A39A-DF194E21DC4E}">
      <dsp:nvSpPr>
        <dsp:cNvPr id="0" name=""/>
        <dsp:cNvSpPr/>
      </dsp:nvSpPr>
      <dsp:spPr>
        <a:xfrm>
          <a:off x="1864693" y="1636530"/>
          <a:ext cx="1797229" cy="17972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Tanımlayıcı</a:t>
          </a:r>
          <a:endParaRPr lang="en-US" sz="2100" kern="1200" dirty="0"/>
        </a:p>
      </dsp:txBody>
      <dsp:txXfrm>
        <a:off x="2127891" y="1899728"/>
        <a:ext cx="1270833" cy="1270833"/>
      </dsp:txXfrm>
    </dsp:sp>
    <dsp:sp modelId="{898CED36-77A7-49AB-A8B5-9B6397478500}">
      <dsp:nvSpPr>
        <dsp:cNvPr id="0" name=""/>
        <dsp:cNvSpPr/>
      </dsp:nvSpPr>
      <dsp:spPr>
        <a:xfrm>
          <a:off x="4039650" y="1906114"/>
          <a:ext cx="1258060" cy="12580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Tahmin</a:t>
          </a:r>
          <a:r>
            <a:rPr lang="en-US" sz="2000" kern="1200" dirty="0"/>
            <a:t> </a:t>
          </a:r>
          <a:r>
            <a:rPr lang="en-US" sz="2000" kern="1200" dirty="0" err="1"/>
            <a:t>Edici</a:t>
          </a:r>
          <a:endParaRPr lang="en-US" sz="2000" kern="1200" dirty="0"/>
        </a:p>
      </dsp:txBody>
      <dsp:txXfrm>
        <a:off x="4223889" y="2090353"/>
        <a:ext cx="889582" cy="8895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EA1A7-ACBA-4BE6-BBDE-6BF2A685C8C4}">
      <dsp:nvSpPr>
        <dsp:cNvPr id="0" name=""/>
        <dsp:cNvSpPr/>
      </dsp:nvSpPr>
      <dsp:spPr>
        <a:xfrm>
          <a:off x="3385771" y="0"/>
          <a:ext cx="3284797" cy="328529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EEAB3D-F2CB-422F-B207-BB9DA0EB2316}">
      <dsp:nvSpPr>
        <dsp:cNvPr id="0" name=""/>
        <dsp:cNvSpPr/>
      </dsp:nvSpPr>
      <dsp:spPr>
        <a:xfrm>
          <a:off x="4111819" y="1186091"/>
          <a:ext cx="1825298" cy="912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YAZILIM DİLLERİ</a:t>
          </a:r>
        </a:p>
      </dsp:txBody>
      <dsp:txXfrm>
        <a:off x="4111819" y="1186091"/>
        <a:ext cx="1825298" cy="912430"/>
      </dsp:txXfrm>
    </dsp:sp>
    <dsp:sp modelId="{6F78AA05-C1BF-47BC-A30F-E303041D746A}">
      <dsp:nvSpPr>
        <dsp:cNvPr id="0" name=""/>
        <dsp:cNvSpPr/>
      </dsp:nvSpPr>
      <dsp:spPr>
        <a:xfrm>
          <a:off x="2473431" y="1887646"/>
          <a:ext cx="3284797" cy="328529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9579B9-E104-48E9-A924-8DE3B3EB1D00}">
      <dsp:nvSpPr>
        <dsp:cNvPr id="0" name=""/>
        <dsp:cNvSpPr/>
      </dsp:nvSpPr>
      <dsp:spPr>
        <a:xfrm>
          <a:off x="3203180" y="3084657"/>
          <a:ext cx="1825298" cy="912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KULLANILAN KALIPLAR</a:t>
          </a:r>
        </a:p>
      </dsp:txBody>
      <dsp:txXfrm>
        <a:off x="3203180" y="3084657"/>
        <a:ext cx="1825298" cy="912430"/>
      </dsp:txXfrm>
    </dsp:sp>
    <dsp:sp modelId="{C230E4BB-CAFA-4432-9A68-C469B39C6FB7}">
      <dsp:nvSpPr>
        <dsp:cNvPr id="0" name=""/>
        <dsp:cNvSpPr/>
      </dsp:nvSpPr>
      <dsp:spPr>
        <a:xfrm>
          <a:off x="3619563" y="4001183"/>
          <a:ext cx="2822149" cy="282328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039708-D461-428A-B87C-E3E9CAD9F7C4}">
      <dsp:nvSpPr>
        <dsp:cNvPr id="0" name=""/>
        <dsp:cNvSpPr/>
      </dsp:nvSpPr>
      <dsp:spPr>
        <a:xfrm>
          <a:off x="4116138" y="4985953"/>
          <a:ext cx="1825298" cy="912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</a:rPr>
            <a:t>HANGİ DİLLER NE KONUDA KONUŞULUYOR</a:t>
          </a:r>
        </a:p>
      </dsp:txBody>
      <dsp:txXfrm>
        <a:off x="4116138" y="4985953"/>
        <a:ext cx="1825298" cy="912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81C3A-A5CB-4D19-9761-369BB678D2B0}" type="datetimeFigureOut">
              <a:rPr lang="en-ID" smtClean="0"/>
              <a:t>26/05/2025</a:t>
            </a:fld>
            <a:endParaRPr lang="en-ID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7B5A3-5BD9-441D-85AA-C7B04FD4A911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72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5C611-3370-69C9-E731-9FF27AD6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791A-4651-48D9-A954-1DF91BB2B8E6}" type="datetimeFigureOut">
              <a:rPr lang="en-ID" smtClean="0"/>
              <a:t>26/05/2025</a:t>
            </a:fld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3A4FF-66DD-A28D-1B3A-27584348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8CAA5-DF61-00C0-383E-5B4B00B7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FB3A-DDA5-419C-AC35-96EB1D965950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63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CD9C7C6-B55A-0AAF-53A2-29BB3F0902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66111" y="4115989"/>
            <a:ext cx="1990681" cy="4269220"/>
          </a:xfrm>
          <a:custGeom>
            <a:avLst/>
            <a:gdLst>
              <a:gd name="connsiteX0" fmla="*/ 271780 w 2240623"/>
              <a:gd name="connsiteY0" fmla="*/ 0 h 4805246"/>
              <a:gd name="connsiteX1" fmla="*/ 494286 w 2240623"/>
              <a:gd name="connsiteY1" fmla="*/ 0 h 4805246"/>
              <a:gd name="connsiteX2" fmla="*/ 524368 w 2240623"/>
              <a:gd name="connsiteY2" fmla="*/ 30394 h 4805246"/>
              <a:gd name="connsiteX3" fmla="*/ 675299 w 2240623"/>
              <a:gd name="connsiteY3" fmla="*/ 180815 h 4805246"/>
              <a:gd name="connsiteX4" fmla="*/ 1565843 w 2240623"/>
              <a:gd name="connsiteY4" fmla="*/ 180815 h 4805246"/>
              <a:gd name="connsiteX5" fmla="*/ 1716774 w 2240623"/>
              <a:gd name="connsiteY5" fmla="*/ 30394 h 4805246"/>
              <a:gd name="connsiteX6" fmla="*/ 1746856 w 2240623"/>
              <a:gd name="connsiteY6" fmla="*/ 0 h 4805246"/>
              <a:gd name="connsiteX7" fmla="*/ 1969363 w 2240623"/>
              <a:gd name="connsiteY7" fmla="*/ 0 h 4805246"/>
              <a:gd name="connsiteX8" fmla="*/ 2240623 w 2240623"/>
              <a:gd name="connsiteY8" fmla="*/ 270965 h 4805246"/>
              <a:gd name="connsiteX9" fmla="*/ 2240623 w 2240623"/>
              <a:gd name="connsiteY9" fmla="*/ 4534797 h 4805246"/>
              <a:gd name="connsiteX10" fmla="*/ 1969363 w 2240623"/>
              <a:gd name="connsiteY10" fmla="*/ 4805246 h 4805246"/>
              <a:gd name="connsiteX11" fmla="*/ 271780 w 2240623"/>
              <a:gd name="connsiteY11" fmla="*/ 4805246 h 4805246"/>
              <a:gd name="connsiteX12" fmla="*/ 0 w 2240623"/>
              <a:gd name="connsiteY12" fmla="*/ 4534797 h 4805246"/>
              <a:gd name="connsiteX13" fmla="*/ 0 w 2240623"/>
              <a:gd name="connsiteY13" fmla="*/ 270965 h 4805246"/>
              <a:gd name="connsiteX14" fmla="*/ 271780 w 2240623"/>
              <a:gd name="connsiteY14" fmla="*/ 0 h 480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40623" h="4805246">
                <a:moveTo>
                  <a:pt x="271780" y="0"/>
                </a:moveTo>
                <a:cubicBezTo>
                  <a:pt x="271780" y="0"/>
                  <a:pt x="271780" y="0"/>
                  <a:pt x="494286" y="0"/>
                </a:cubicBezTo>
                <a:cubicBezTo>
                  <a:pt x="513476" y="0"/>
                  <a:pt x="524368" y="15454"/>
                  <a:pt x="524368" y="30394"/>
                </a:cubicBezTo>
                <a:cubicBezTo>
                  <a:pt x="524368" y="112816"/>
                  <a:pt x="592313" y="180815"/>
                  <a:pt x="675299" y="180815"/>
                </a:cubicBezTo>
                <a:cubicBezTo>
                  <a:pt x="675299" y="180815"/>
                  <a:pt x="675299" y="180815"/>
                  <a:pt x="1565843" y="180815"/>
                </a:cubicBezTo>
                <a:cubicBezTo>
                  <a:pt x="1648829" y="180815"/>
                  <a:pt x="1716774" y="112816"/>
                  <a:pt x="1716774" y="30394"/>
                </a:cubicBezTo>
                <a:cubicBezTo>
                  <a:pt x="1716774" y="15454"/>
                  <a:pt x="1727666" y="0"/>
                  <a:pt x="1746856" y="0"/>
                </a:cubicBezTo>
                <a:cubicBezTo>
                  <a:pt x="1746856" y="0"/>
                  <a:pt x="1746856" y="0"/>
                  <a:pt x="1969363" y="0"/>
                </a:cubicBezTo>
                <a:cubicBezTo>
                  <a:pt x="2120293" y="0"/>
                  <a:pt x="2240623" y="120543"/>
                  <a:pt x="2240623" y="270965"/>
                </a:cubicBezTo>
                <a:cubicBezTo>
                  <a:pt x="2240623" y="270965"/>
                  <a:pt x="2240623" y="270965"/>
                  <a:pt x="2240623" y="4534797"/>
                </a:cubicBezTo>
                <a:cubicBezTo>
                  <a:pt x="2240623" y="4685218"/>
                  <a:pt x="2120293" y="4805246"/>
                  <a:pt x="1969363" y="4805246"/>
                </a:cubicBezTo>
                <a:cubicBezTo>
                  <a:pt x="1969363" y="4805246"/>
                  <a:pt x="1969363" y="4805246"/>
                  <a:pt x="271780" y="4805246"/>
                </a:cubicBezTo>
                <a:cubicBezTo>
                  <a:pt x="120849" y="4805246"/>
                  <a:pt x="0" y="4685218"/>
                  <a:pt x="0" y="4534797"/>
                </a:cubicBezTo>
                <a:cubicBezTo>
                  <a:pt x="0" y="4534797"/>
                  <a:pt x="0" y="4534797"/>
                  <a:pt x="0" y="270965"/>
                </a:cubicBezTo>
                <a:cubicBezTo>
                  <a:pt x="0" y="120543"/>
                  <a:pt x="120849" y="0"/>
                  <a:pt x="271780" y="0"/>
                </a:cubicBezTo>
                <a:close/>
              </a:path>
            </a:pathLst>
          </a:custGeom>
          <a:pattFill prst="pct5">
            <a:fgClr>
              <a:srgbClr val="151A2D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5B6506A-4410-D1A7-6C05-90C3DD47599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97818" y="4111958"/>
            <a:ext cx="6151584" cy="4092863"/>
          </a:xfrm>
          <a:custGeom>
            <a:avLst/>
            <a:gdLst>
              <a:gd name="connsiteX0" fmla="*/ 100794 w 6151584"/>
              <a:gd name="connsiteY0" fmla="*/ 0 h 4092863"/>
              <a:gd name="connsiteX1" fmla="*/ 6050790 w 6151584"/>
              <a:gd name="connsiteY1" fmla="*/ 0 h 4092863"/>
              <a:gd name="connsiteX2" fmla="*/ 6151584 w 6151584"/>
              <a:gd name="connsiteY2" fmla="*/ 93522 h 4092863"/>
              <a:gd name="connsiteX3" fmla="*/ 6151584 w 6151584"/>
              <a:gd name="connsiteY3" fmla="*/ 3999340 h 4092863"/>
              <a:gd name="connsiteX4" fmla="*/ 6050790 w 6151584"/>
              <a:gd name="connsiteY4" fmla="*/ 4092863 h 4092863"/>
              <a:gd name="connsiteX5" fmla="*/ 100794 w 6151584"/>
              <a:gd name="connsiteY5" fmla="*/ 4092863 h 4092863"/>
              <a:gd name="connsiteX6" fmla="*/ 0 w 6151584"/>
              <a:gd name="connsiteY6" fmla="*/ 3999340 h 4092863"/>
              <a:gd name="connsiteX7" fmla="*/ 0 w 6151584"/>
              <a:gd name="connsiteY7" fmla="*/ 93522 h 4092863"/>
              <a:gd name="connsiteX8" fmla="*/ 100794 w 6151584"/>
              <a:gd name="connsiteY8" fmla="*/ 0 h 409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51584" h="4092863">
                <a:moveTo>
                  <a:pt x="100794" y="0"/>
                </a:moveTo>
                <a:lnTo>
                  <a:pt x="6050790" y="0"/>
                </a:lnTo>
                <a:cubicBezTo>
                  <a:pt x="6106458" y="0"/>
                  <a:pt x="6151584" y="41871"/>
                  <a:pt x="6151584" y="93522"/>
                </a:cubicBezTo>
                <a:lnTo>
                  <a:pt x="6151584" y="3999340"/>
                </a:lnTo>
                <a:cubicBezTo>
                  <a:pt x="6151584" y="4050992"/>
                  <a:pt x="6106458" y="4092863"/>
                  <a:pt x="6050790" y="4092863"/>
                </a:cubicBezTo>
                <a:lnTo>
                  <a:pt x="100794" y="4092863"/>
                </a:lnTo>
                <a:cubicBezTo>
                  <a:pt x="45127" y="4092863"/>
                  <a:pt x="0" y="4050992"/>
                  <a:pt x="0" y="3999340"/>
                </a:cubicBezTo>
                <a:lnTo>
                  <a:pt x="0" y="93522"/>
                </a:lnTo>
                <a:cubicBezTo>
                  <a:pt x="0" y="41871"/>
                  <a:pt x="45127" y="0"/>
                  <a:pt x="100794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9812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624238-7BA2-12A1-8284-9274368E57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06487" y="3719881"/>
            <a:ext cx="7577361" cy="4597908"/>
          </a:xfrm>
          <a:custGeom>
            <a:avLst/>
            <a:gdLst>
              <a:gd name="connsiteX0" fmla="*/ 0 w 7577361"/>
              <a:gd name="connsiteY0" fmla="*/ 0 h 4597908"/>
              <a:gd name="connsiteX1" fmla="*/ 7577361 w 7577361"/>
              <a:gd name="connsiteY1" fmla="*/ 0 h 4597908"/>
              <a:gd name="connsiteX2" fmla="*/ 7577361 w 7577361"/>
              <a:gd name="connsiteY2" fmla="*/ 4597908 h 4597908"/>
              <a:gd name="connsiteX3" fmla="*/ 0 w 7577361"/>
              <a:gd name="connsiteY3" fmla="*/ 4597908 h 459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7361" h="4597908">
                <a:moveTo>
                  <a:pt x="0" y="0"/>
                </a:moveTo>
                <a:lnTo>
                  <a:pt x="7577361" y="0"/>
                </a:lnTo>
                <a:lnTo>
                  <a:pt x="7577361" y="4597908"/>
                </a:lnTo>
                <a:lnTo>
                  <a:pt x="0" y="459790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99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EB4B0DA-EE2B-013A-8D13-D3D22B470C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2238" y="3731202"/>
            <a:ext cx="2279042" cy="4855886"/>
          </a:xfrm>
          <a:custGeom>
            <a:avLst/>
            <a:gdLst>
              <a:gd name="connsiteX0" fmla="*/ 276440 w 2279042"/>
              <a:gd name="connsiteY0" fmla="*/ 0 h 4855886"/>
              <a:gd name="connsiteX1" fmla="*/ 502761 w 2279042"/>
              <a:gd name="connsiteY1" fmla="*/ 0 h 4855886"/>
              <a:gd name="connsiteX2" fmla="*/ 533359 w 2279042"/>
              <a:gd name="connsiteY2" fmla="*/ 30714 h 4855886"/>
              <a:gd name="connsiteX3" fmla="*/ 686878 w 2279042"/>
              <a:gd name="connsiteY3" fmla="*/ 182720 h 4855886"/>
              <a:gd name="connsiteX4" fmla="*/ 1592692 w 2279042"/>
              <a:gd name="connsiteY4" fmla="*/ 182720 h 4855886"/>
              <a:gd name="connsiteX5" fmla="*/ 1746211 w 2279042"/>
              <a:gd name="connsiteY5" fmla="*/ 30714 h 4855886"/>
              <a:gd name="connsiteX6" fmla="*/ 1776809 w 2279042"/>
              <a:gd name="connsiteY6" fmla="*/ 0 h 4855886"/>
              <a:gd name="connsiteX7" fmla="*/ 2003131 w 2279042"/>
              <a:gd name="connsiteY7" fmla="*/ 0 h 4855886"/>
              <a:gd name="connsiteX8" fmla="*/ 2279042 w 2279042"/>
              <a:gd name="connsiteY8" fmla="*/ 273820 h 4855886"/>
              <a:gd name="connsiteX9" fmla="*/ 2279042 w 2279042"/>
              <a:gd name="connsiteY9" fmla="*/ 4582587 h 4855886"/>
              <a:gd name="connsiteX10" fmla="*/ 2003131 w 2279042"/>
              <a:gd name="connsiteY10" fmla="*/ 4855886 h 4855886"/>
              <a:gd name="connsiteX11" fmla="*/ 276440 w 2279042"/>
              <a:gd name="connsiteY11" fmla="*/ 4855886 h 4855886"/>
              <a:gd name="connsiteX12" fmla="*/ 0 w 2279042"/>
              <a:gd name="connsiteY12" fmla="*/ 4582587 h 4855886"/>
              <a:gd name="connsiteX13" fmla="*/ 0 w 2279042"/>
              <a:gd name="connsiteY13" fmla="*/ 273820 h 4855886"/>
              <a:gd name="connsiteX14" fmla="*/ 276440 w 2279042"/>
              <a:gd name="connsiteY14" fmla="*/ 0 h 48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9042" h="4855886">
                <a:moveTo>
                  <a:pt x="276440" y="0"/>
                </a:moveTo>
                <a:cubicBezTo>
                  <a:pt x="276440" y="0"/>
                  <a:pt x="276440" y="0"/>
                  <a:pt x="502761" y="0"/>
                </a:cubicBezTo>
                <a:cubicBezTo>
                  <a:pt x="522280" y="0"/>
                  <a:pt x="533359" y="15617"/>
                  <a:pt x="533359" y="30714"/>
                </a:cubicBezTo>
                <a:cubicBezTo>
                  <a:pt x="533359" y="114005"/>
                  <a:pt x="602469" y="182720"/>
                  <a:pt x="686878" y="182720"/>
                </a:cubicBezTo>
                <a:cubicBezTo>
                  <a:pt x="686878" y="182720"/>
                  <a:pt x="686878" y="182720"/>
                  <a:pt x="1592692" y="182720"/>
                </a:cubicBezTo>
                <a:cubicBezTo>
                  <a:pt x="1677101" y="182720"/>
                  <a:pt x="1746211" y="114005"/>
                  <a:pt x="1746211" y="30714"/>
                </a:cubicBezTo>
                <a:cubicBezTo>
                  <a:pt x="1746211" y="15617"/>
                  <a:pt x="1757290" y="0"/>
                  <a:pt x="1776809" y="0"/>
                </a:cubicBezTo>
                <a:cubicBezTo>
                  <a:pt x="1776809" y="0"/>
                  <a:pt x="1776809" y="0"/>
                  <a:pt x="2003131" y="0"/>
                </a:cubicBezTo>
                <a:cubicBezTo>
                  <a:pt x="2156649" y="0"/>
                  <a:pt x="2279042" y="121813"/>
                  <a:pt x="2279042" y="273820"/>
                </a:cubicBezTo>
                <a:cubicBezTo>
                  <a:pt x="2279042" y="273820"/>
                  <a:pt x="2279042" y="273820"/>
                  <a:pt x="2279042" y="4582587"/>
                </a:cubicBezTo>
                <a:cubicBezTo>
                  <a:pt x="2279042" y="4734593"/>
                  <a:pt x="2156649" y="4855886"/>
                  <a:pt x="2003131" y="4855886"/>
                </a:cubicBezTo>
                <a:cubicBezTo>
                  <a:pt x="2003131" y="4855886"/>
                  <a:pt x="2003131" y="4855886"/>
                  <a:pt x="276440" y="4855886"/>
                </a:cubicBezTo>
                <a:cubicBezTo>
                  <a:pt x="122921" y="4855886"/>
                  <a:pt x="0" y="4734593"/>
                  <a:pt x="0" y="4582587"/>
                </a:cubicBezTo>
                <a:cubicBezTo>
                  <a:pt x="0" y="4582587"/>
                  <a:pt x="0" y="4582587"/>
                  <a:pt x="0" y="273820"/>
                </a:cubicBezTo>
                <a:cubicBezTo>
                  <a:pt x="0" y="121813"/>
                  <a:pt x="122921" y="0"/>
                  <a:pt x="27644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DE9021C-9684-F865-7963-5B37527585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99916" y="3727874"/>
            <a:ext cx="2279042" cy="4855886"/>
          </a:xfrm>
          <a:custGeom>
            <a:avLst/>
            <a:gdLst>
              <a:gd name="connsiteX0" fmla="*/ 276440 w 2279042"/>
              <a:gd name="connsiteY0" fmla="*/ 0 h 4855886"/>
              <a:gd name="connsiteX1" fmla="*/ 502761 w 2279042"/>
              <a:gd name="connsiteY1" fmla="*/ 0 h 4855886"/>
              <a:gd name="connsiteX2" fmla="*/ 533359 w 2279042"/>
              <a:gd name="connsiteY2" fmla="*/ 30714 h 4855886"/>
              <a:gd name="connsiteX3" fmla="*/ 686878 w 2279042"/>
              <a:gd name="connsiteY3" fmla="*/ 182720 h 4855886"/>
              <a:gd name="connsiteX4" fmla="*/ 1592692 w 2279042"/>
              <a:gd name="connsiteY4" fmla="*/ 182720 h 4855886"/>
              <a:gd name="connsiteX5" fmla="*/ 1746211 w 2279042"/>
              <a:gd name="connsiteY5" fmla="*/ 30714 h 4855886"/>
              <a:gd name="connsiteX6" fmla="*/ 1776809 w 2279042"/>
              <a:gd name="connsiteY6" fmla="*/ 0 h 4855886"/>
              <a:gd name="connsiteX7" fmla="*/ 2003131 w 2279042"/>
              <a:gd name="connsiteY7" fmla="*/ 0 h 4855886"/>
              <a:gd name="connsiteX8" fmla="*/ 2279042 w 2279042"/>
              <a:gd name="connsiteY8" fmla="*/ 273820 h 4855886"/>
              <a:gd name="connsiteX9" fmla="*/ 2279042 w 2279042"/>
              <a:gd name="connsiteY9" fmla="*/ 4582587 h 4855886"/>
              <a:gd name="connsiteX10" fmla="*/ 2003131 w 2279042"/>
              <a:gd name="connsiteY10" fmla="*/ 4855886 h 4855886"/>
              <a:gd name="connsiteX11" fmla="*/ 276440 w 2279042"/>
              <a:gd name="connsiteY11" fmla="*/ 4855886 h 4855886"/>
              <a:gd name="connsiteX12" fmla="*/ 0 w 2279042"/>
              <a:gd name="connsiteY12" fmla="*/ 4582587 h 4855886"/>
              <a:gd name="connsiteX13" fmla="*/ 0 w 2279042"/>
              <a:gd name="connsiteY13" fmla="*/ 273820 h 4855886"/>
              <a:gd name="connsiteX14" fmla="*/ 276440 w 2279042"/>
              <a:gd name="connsiteY14" fmla="*/ 0 h 48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9042" h="4855886">
                <a:moveTo>
                  <a:pt x="276440" y="0"/>
                </a:moveTo>
                <a:cubicBezTo>
                  <a:pt x="276440" y="0"/>
                  <a:pt x="276440" y="0"/>
                  <a:pt x="502761" y="0"/>
                </a:cubicBezTo>
                <a:cubicBezTo>
                  <a:pt x="522280" y="0"/>
                  <a:pt x="533359" y="15617"/>
                  <a:pt x="533359" y="30714"/>
                </a:cubicBezTo>
                <a:cubicBezTo>
                  <a:pt x="533359" y="114005"/>
                  <a:pt x="602469" y="182720"/>
                  <a:pt x="686878" y="182720"/>
                </a:cubicBezTo>
                <a:cubicBezTo>
                  <a:pt x="686878" y="182720"/>
                  <a:pt x="686878" y="182720"/>
                  <a:pt x="1592692" y="182720"/>
                </a:cubicBezTo>
                <a:cubicBezTo>
                  <a:pt x="1677101" y="182720"/>
                  <a:pt x="1746211" y="114005"/>
                  <a:pt x="1746211" y="30714"/>
                </a:cubicBezTo>
                <a:cubicBezTo>
                  <a:pt x="1746211" y="15617"/>
                  <a:pt x="1757290" y="0"/>
                  <a:pt x="1776809" y="0"/>
                </a:cubicBezTo>
                <a:cubicBezTo>
                  <a:pt x="1776809" y="0"/>
                  <a:pt x="1776809" y="0"/>
                  <a:pt x="2003131" y="0"/>
                </a:cubicBezTo>
                <a:cubicBezTo>
                  <a:pt x="2156649" y="0"/>
                  <a:pt x="2279042" y="121813"/>
                  <a:pt x="2279042" y="273820"/>
                </a:cubicBezTo>
                <a:cubicBezTo>
                  <a:pt x="2279042" y="273820"/>
                  <a:pt x="2279042" y="273820"/>
                  <a:pt x="2279042" y="4582587"/>
                </a:cubicBezTo>
                <a:cubicBezTo>
                  <a:pt x="2279042" y="4734593"/>
                  <a:pt x="2156649" y="4855886"/>
                  <a:pt x="2003131" y="4855886"/>
                </a:cubicBezTo>
                <a:cubicBezTo>
                  <a:pt x="2003131" y="4855886"/>
                  <a:pt x="2003131" y="4855886"/>
                  <a:pt x="276440" y="4855886"/>
                </a:cubicBezTo>
                <a:cubicBezTo>
                  <a:pt x="122921" y="4855886"/>
                  <a:pt x="0" y="4734593"/>
                  <a:pt x="0" y="4582587"/>
                </a:cubicBezTo>
                <a:cubicBezTo>
                  <a:pt x="0" y="4582587"/>
                  <a:pt x="0" y="4582587"/>
                  <a:pt x="0" y="273820"/>
                </a:cubicBezTo>
                <a:cubicBezTo>
                  <a:pt x="0" y="121813"/>
                  <a:pt x="122921" y="0"/>
                  <a:pt x="27644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8A26A76-824E-B827-5189-1A6C2722BE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807594" y="3724546"/>
            <a:ext cx="2279042" cy="4855886"/>
          </a:xfrm>
          <a:custGeom>
            <a:avLst/>
            <a:gdLst>
              <a:gd name="connsiteX0" fmla="*/ 276440 w 2279042"/>
              <a:gd name="connsiteY0" fmla="*/ 0 h 4855886"/>
              <a:gd name="connsiteX1" fmla="*/ 502761 w 2279042"/>
              <a:gd name="connsiteY1" fmla="*/ 0 h 4855886"/>
              <a:gd name="connsiteX2" fmla="*/ 533359 w 2279042"/>
              <a:gd name="connsiteY2" fmla="*/ 30714 h 4855886"/>
              <a:gd name="connsiteX3" fmla="*/ 686878 w 2279042"/>
              <a:gd name="connsiteY3" fmla="*/ 182720 h 4855886"/>
              <a:gd name="connsiteX4" fmla="*/ 1592692 w 2279042"/>
              <a:gd name="connsiteY4" fmla="*/ 182720 h 4855886"/>
              <a:gd name="connsiteX5" fmla="*/ 1746211 w 2279042"/>
              <a:gd name="connsiteY5" fmla="*/ 30714 h 4855886"/>
              <a:gd name="connsiteX6" fmla="*/ 1776809 w 2279042"/>
              <a:gd name="connsiteY6" fmla="*/ 0 h 4855886"/>
              <a:gd name="connsiteX7" fmla="*/ 2003131 w 2279042"/>
              <a:gd name="connsiteY7" fmla="*/ 0 h 4855886"/>
              <a:gd name="connsiteX8" fmla="*/ 2279042 w 2279042"/>
              <a:gd name="connsiteY8" fmla="*/ 273820 h 4855886"/>
              <a:gd name="connsiteX9" fmla="*/ 2279042 w 2279042"/>
              <a:gd name="connsiteY9" fmla="*/ 4582587 h 4855886"/>
              <a:gd name="connsiteX10" fmla="*/ 2003131 w 2279042"/>
              <a:gd name="connsiteY10" fmla="*/ 4855886 h 4855886"/>
              <a:gd name="connsiteX11" fmla="*/ 276440 w 2279042"/>
              <a:gd name="connsiteY11" fmla="*/ 4855886 h 4855886"/>
              <a:gd name="connsiteX12" fmla="*/ 0 w 2279042"/>
              <a:gd name="connsiteY12" fmla="*/ 4582587 h 4855886"/>
              <a:gd name="connsiteX13" fmla="*/ 0 w 2279042"/>
              <a:gd name="connsiteY13" fmla="*/ 273820 h 4855886"/>
              <a:gd name="connsiteX14" fmla="*/ 276440 w 2279042"/>
              <a:gd name="connsiteY14" fmla="*/ 0 h 485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9042" h="4855886">
                <a:moveTo>
                  <a:pt x="276440" y="0"/>
                </a:moveTo>
                <a:cubicBezTo>
                  <a:pt x="276440" y="0"/>
                  <a:pt x="276440" y="0"/>
                  <a:pt x="502761" y="0"/>
                </a:cubicBezTo>
                <a:cubicBezTo>
                  <a:pt x="522280" y="0"/>
                  <a:pt x="533359" y="15617"/>
                  <a:pt x="533359" y="30714"/>
                </a:cubicBezTo>
                <a:cubicBezTo>
                  <a:pt x="533359" y="114005"/>
                  <a:pt x="602469" y="182720"/>
                  <a:pt x="686878" y="182720"/>
                </a:cubicBezTo>
                <a:cubicBezTo>
                  <a:pt x="686878" y="182720"/>
                  <a:pt x="686878" y="182720"/>
                  <a:pt x="1592692" y="182720"/>
                </a:cubicBezTo>
                <a:cubicBezTo>
                  <a:pt x="1677101" y="182720"/>
                  <a:pt x="1746211" y="114005"/>
                  <a:pt x="1746211" y="30714"/>
                </a:cubicBezTo>
                <a:cubicBezTo>
                  <a:pt x="1746211" y="15617"/>
                  <a:pt x="1757290" y="0"/>
                  <a:pt x="1776809" y="0"/>
                </a:cubicBezTo>
                <a:cubicBezTo>
                  <a:pt x="1776809" y="0"/>
                  <a:pt x="1776809" y="0"/>
                  <a:pt x="2003131" y="0"/>
                </a:cubicBezTo>
                <a:cubicBezTo>
                  <a:pt x="2156649" y="0"/>
                  <a:pt x="2279042" y="121813"/>
                  <a:pt x="2279042" y="273820"/>
                </a:cubicBezTo>
                <a:cubicBezTo>
                  <a:pt x="2279042" y="273820"/>
                  <a:pt x="2279042" y="273820"/>
                  <a:pt x="2279042" y="4582587"/>
                </a:cubicBezTo>
                <a:cubicBezTo>
                  <a:pt x="2279042" y="4734593"/>
                  <a:pt x="2156649" y="4855886"/>
                  <a:pt x="2003131" y="4855886"/>
                </a:cubicBezTo>
                <a:cubicBezTo>
                  <a:pt x="2003131" y="4855886"/>
                  <a:pt x="2003131" y="4855886"/>
                  <a:pt x="276440" y="4855886"/>
                </a:cubicBezTo>
                <a:cubicBezTo>
                  <a:pt x="122921" y="4855886"/>
                  <a:pt x="0" y="4734593"/>
                  <a:pt x="0" y="4582587"/>
                </a:cubicBezTo>
                <a:cubicBezTo>
                  <a:pt x="0" y="4582587"/>
                  <a:pt x="0" y="4582587"/>
                  <a:pt x="0" y="273820"/>
                </a:cubicBezTo>
                <a:cubicBezTo>
                  <a:pt x="0" y="121813"/>
                  <a:pt x="122921" y="0"/>
                  <a:pt x="27644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1306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685301-22E2-96EC-AB52-9D0F1F746E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90535" y="5503029"/>
            <a:ext cx="3084059" cy="3084059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1856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3F137B-1FB1-4323-3DCA-8307CAA5D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41849" y="2112267"/>
            <a:ext cx="6616979" cy="8174733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C9FE6E5E-F4F6-E9DE-1CD7-7B6F29A5DC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96600" y="2247900"/>
            <a:ext cx="3010459" cy="6351299"/>
          </a:xfrm>
          <a:custGeom>
            <a:avLst/>
            <a:gdLst>
              <a:gd name="connsiteX0" fmla="*/ 455614 w 2143761"/>
              <a:gd name="connsiteY0" fmla="*/ 0 h 4768234"/>
              <a:gd name="connsiteX1" fmla="*/ 469903 w 2143761"/>
              <a:gd name="connsiteY1" fmla="*/ 0 h 4768234"/>
              <a:gd name="connsiteX2" fmla="*/ 473920 w 2143761"/>
              <a:gd name="connsiteY2" fmla="*/ 1664 h 4768234"/>
              <a:gd name="connsiteX3" fmla="*/ 481291 w 2143761"/>
              <a:gd name="connsiteY3" fmla="*/ 2220 h 4768234"/>
              <a:gd name="connsiteX4" fmla="*/ 483875 w 2143761"/>
              <a:gd name="connsiteY4" fmla="*/ 5786 h 4768234"/>
              <a:gd name="connsiteX5" fmla="*/ 483875 w 2143761"/>
              <a:gd name="connsiteY5" fmla="*/ 5787 h 4768234"/>
              <a:gd name="connsiteX6" fmla="*/ 499089 w 2143761"/>
              <a:gd name="connsiteY6" fmla="*/ 12089 h 4768234"/>
              <a:gd name="connsiteX7" fmla="*/ 511178 w 2143761"/>
              <a:gd name="connsiteY7" fmla="*/ 41275 h 4768234"/>
              <a:gd name="connsiteX8" fmla="*/ 508322 w 2143761"/>
              <a:gd name="connsiteY8" fmla="*/ 48170 h 4768234"/>
              <a:gd name="connsiteX9" fmla="*/ 514521 w 2143761"/>
              <a:gd name="connsiteY9" fmla="*/ 63553 h 4768234"/>
              <a:gd name="connsiteX10" fmla="*/ 655631 w 2143761"/>
              <a:gd name="connsiteY10" fmla="*/ 155551 h 4768234"/>
              <a:gd name="connsiteX11" fmla="*/ 1493389 w 2143761"/>
              <a:gd name="connsiteY11" fmla="*/ 155550 h 4768234"/>
              <a:gd name="connsiteX12" fmla="*/ 1642558 w 2143761"/>
              <a:gd name="connsiteY12" fmla="*/ 31737 h 4768234"/>
              <a:gd name="connsiteX13" fmla="*/ 1671340 w 2143761"/>
              <a:gd name="connsiteY13" fmla="*/ 1588 h 4768234"/>
              <a:gd name="connsiteX14" fmla="*/ 1884227 w 2143761"/>
              <a:gd name="connsiteY14" fmla="*/ 1588 h 4768234"/>
              <a:gd name="connsiteX15" fmla="*/ 2143761 w 2143761"/>
              <a:gd name="connsiteY15" fmla="*/ 270376 h 4768234"/>
              <a:gd name="connsiteX16" fmla="*/ 2143761 w 2143761"/>
              <a:gd name="connsiteY16" fmla="*/ 4499957 h 4768234"/>
              <a:gd name="connsiteX17" fmla="*/ 1884227 w 2143761"/>
              <a:gd name="connsiteY17" fmla="*/ 4768234 h 4768234"/>
              <a:gd name="connsiteX18" fmla="*/ 260030 w 2143761"/>
              <a:gd name="connsiteY18" fmla="*/ 4768234 h 4768234"/>
              <a:gd name="connsiteX19" fmla="*/ 0 w 2143761"/>
              <a:gd name="connsiteY19" fmla="*/ 4499957 h 4768234"/>
              <a:gd name="connsiteX20" fmla="*/ 0 w 2143761"/>
              <a:gd name="connsiteY20" fmla="*/ 270376 h 4768234"/>
              <a:gd name="connsiteX21" fmla="*/ 260030 w 2143761"/>
              <a:gd name="connsiteY21" fmla="*/ 1588 h 4768234"/>
              <a:gd name="connsiteX22" fmla="*/ 451780 w 2143761"/>
              <a:gd name="connsiteY22" fmla="*/ 1588 h 4768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143761" h="4768234">
                <a:moveTo>
                  <a:pt x="455614" y="0"/>
                </a:moveTo>
                <a:lnTo>
                  <a:pt x="469903" y="0"/>
                </a:lnTo>
                <a:lnTo>
                  <a:pt x="473920" y="1664"/>
                </a:lnTo>
                <a:lnTo>
                  <a:pt x="481291" y="2220"/>
                </a:lnTo>
                <a:cubicBezTo>
                  <a:pt x="482700" y="2781"/>
                  <a:pt x="483144" y="3830"/>
                  <a:pt x="483875" y="5786"/>
                </a:cubicBezTo>
                <a:lnTo>
                  <a:pt x="483875" y="5787"/>
                </a:lnTo>
                <a:lnTo>
                  <a:pt x="499089" y="12089"/>
                </a:lnTo>
                <a:cubicBezTo>
                  <a:pt x="506559" y="19558"/>
                  <a:pt x="511178" y="29877"/>
                  <a:pt x="511178" y="41275"/>
                </a:cubicBezTo>
                <a:lnTo>
                  <a:pt x="508322" y="48170"/>
                </a:lnTo>
                <a:lnTo>
                  <a:pt x="514521" y="63553"/>
                </a:lnTo>
                <a:cubicBezTo>
                  <a:pt x="522861" y="102045"/>
                  <a:pt x="530789" y="153603"/>
                  <a:pt x="655631" y="155551"/>
                </a:cubicBezTo>
                <a:cubicBezTo>
                  <a:pt x="859013" y="158725"/>
                  <a:pt x="1290802" y="158723"/>
                  <a:pt x="1493389" y="155550"/>
                </a:cubicBezTo>
                <a:cubicBezTo>
                  <a:pt x="1659057" y="152956"/>
                  <a:pt x="1612900" y="57397"/>
                  <a:pt x="1642558" y="31737"/>
                </a:cubicBezTo>
                <a:cubicBezTo>
                  <a:pt x="1672217" y="6077"/>
                  <a:pt x="1652979" y="1588"/>
                  <a:pt x="1671340" y="1588"/>
                </a:cubicBezTo>
                <a:lnTo>
                  <a:pt x="1884227" y="1588"/>
                </a:lnTo>
                <a:cubicBezTo>
                  <a:pt x="2028633" y="1588"/>
                  <a:pt x="2143761" y="121163"/>
                  <a:pt x="2143761" y="270376"/>
                </a:cubicBezTo>
                <a:lnTo>
                  <a:pt x="2143761" y="4499957"/>
                </a:lnTo>
                <a:cubicBezTo>
                  <a:pt x="2143761" y="4649170"/>
                  <a:pt x="2028633" y="4768234"/>
                  <a:pt x="1884227" y="4768234"/>
                </a:cubicBezTo>
                <a:lnTo>
                  <a:pt x="260030" y="4768234"/>
                </a:lnTo>
                <a:cubicBezTo>
                  <a:pt x="115624" y="4768234"/>
                  <a:pt x="0" y="4649170"/>
                  <a:pt x="0" y="4499957"/>
                </a:cubicBezTo>
                <a:lnTo>
                  <a:pt x="0" y="270376"/>
                </a:lnTo>
                <a:cubicBezTo>
                  <a:pt x="0" y="121163"/>
                  <a:pt x="115624" y="1588"/>
                  <a:pt x="260030" y="1588"/>
                </a:cubicBezTo>
                <a:lnTo>
                  <a:pt x="451780" y="1588"/>
                </a:lnTo>
                <a:close/>
              </a:path>
            </a:pathLst>
          </a:cu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DBD4F-6A80-9E8B-C0F5-0549AA8D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52B86-3BB4-E808-096B-5D579FA45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B774-E003-97C7-E22D-4B8D15348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791A-4651-48D9-A954-1DF91BB2B8E6}" type="datetimeFigureOut">
              <a:rPr lang="en-ID" smtClean="0"/>
              <a:t>26/05/2025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1B25C-02DA-57D8-7A2E-B787C69FA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DEA9-C98E-9E08-84F5-3F29AC1EB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AFB3A-DDA5-419C-AC35-96EB1D965950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09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3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diagramColors" Target="../diagrams/colors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0" Type="http://schemas.openxmlformats.org/officeDocument/2006/relationships/diagramLayout" Target="../diagrams/layout2.xml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github.com/bymayfe/r_verimadenciligi/" TargetMode="External"/><Relationship Id="rId7" Type="http://schemas.openxmlformats.org/officeDocument/2006/relationships/hyperlink" Target="https://mayfedev.vercel.app/" TargetMode="External"/><Relationship Id="rId2" Type="http://schemas.openxmlformats.org/officeDocument/2006/relationships/hyperlink" Target="https://stackoverflow.com/question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hatgpt.com/" TargetMode="External"/><Relationship Id="rId5" Type="http://schemas.openxmlformats.org/officeDocument/2006/relationships/hyperlink" Target="https://www.r-project.org/help.html" TargetMode="External"/><Relationship Id="rId4" Type="http://schemas.openxmlformats.org/officeDocument/2006/relationships/hyperlink" Target="https://httr.r-lib.org/" TargetMode="External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773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15735553" y="5614068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5790" y="6690189"/>
            <a:ext cx="17233426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9"/>
              </a:lnSpc>
            </a:pPr>
            <a:r>
              <a:rPr lang="en-US" sz="24999" spc="1249" dirty="0" err="1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TextmineR</a:t>
            </a:r>
            <a:endParaRPr lang="en-US" sz="24999" spc="1249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77240" y="4847272"/>
            <a:ext cx="24529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İST314 Veri </a:t>
            </a:r>
            <a:r>
              <a:rPr lang="en-US" sz="1200" dirty="0" err="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Madenciliğine</a:t>
            </a:r>
            <a:r>
              <a:rPr lang="en-US" sz="120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Giriş</a:t>
            </a:r>
            <a:endParaRPr lang="en-US" sz="1200" dirty="0">
              <a:solidFill>
                <a:srgbClr val="FCFC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39"/>
              </a:lnSpc>
            </a:pPr>
            <a:r>
              <a:rPr lang="en-US" sz="1200" dirty="0" err="1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Doç</a:t>
            </a:r>
            <a:r>
              <a:rPr lang="en-US" sz="120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. DR. Nur Kuban TORUN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4449154"/>
            <a:ext cx="240880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DERS_</a:t>
            </a:r>
          </a:p>
        </p:txBody>
      </p:sp>
      <p:sp>
        <p:nvSpPr>
          <p:cNvPr id="8" name="AutoShape 8"/>
          <p:cNvSpPr/>
          <p:nvPr/>
        </p:nvSpPr>
        <p:spPr>
          <a:xfrm>
            <a:off x="828423" y="4314626"/>
            <a:ext cx="483393" cy="9525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4569569" y="4847272"/>
            <a:ext cx="24529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9569" y="4449154"/>
            <a:ext cx="240880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HAZIRLAYAN_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620751" y="4314626"/>
            <a:ext cx="483393" cy="9525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4037669" y="777382"/>
            <a:ext cx="345217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GİRİŞ - 1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02098" y="604905"/>
            <a:ext cx="2129334" cy="206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endParaRPr lang="en-US" sz="1200" dirty="0">
              <a:solidFill>
                <a:srgbClr val="FCFCFC">
                  <a:alpha val="84706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AutoShape 19"/>
          <p:cNvSpPr/>
          <p:nvPr/>
        </p:nvSpPr>
        <p:spPr>
          <a:xfrm flipV="1">
            <a:off x="809625" y="3057585"/>
            <a:ext cx="1846032" cy="0"/>
          </a:xfrm>
          <a:prstGeom prst="line">
            <a:avLst/>
          </a:prstGeom>
          <a:ln w="2857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777240" y="3222109"/>
            <a:ext cx="5928360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350" dirty="0">
                <a:solidFill>
                  <a:srgbClr val="FCFCFC"/>
                </a:solidFill>
                <a:latin typeface="Poppins Bold"/>
                <a:ea typeface="Poppins Bold"/>
                <a:cs typeface="Poppins Bold"/>
                <a:sym typeface="Poppins Bold"/>
              </a:rPr>
              <a:t>STACK OVERFLOW SORULARININ BAŞLIKLARI, SORU İÇERİĞİ VE KULLANILAN DİLLER İLE İLGİLİ METİN MADENCİĞİLİ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240" y="2052977"/>
            <a:ext cx="3440112" cy="76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BİLECİK ŞEYH EDEBALİ ÜNİVERSİTESİ</a:t>
            </a:r>
          </a:p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FEN FAKÜLTESİ</a:t>
            </a:r>
          </a:p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CFCFC"/>
                </a:solidFill>
                <a:latin typeface="Poppins"/>
                <a:ea typeface="Poppins"/>
                <a:cs typeface="Poppins"/>
                <a:sym typeface="Poppins"/>
              </a:rPr>
              <a:t>İSTATİSTİK VE BİLGİSAYAR BİLİMLERİ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265776" y="3097959"/>
            <a:ext cx="4456655" cy="2097642"/>
            <a:chOff x="0" y="-19050"/>
            <a:chExt cx="5942206" cy="2796857"/>
          </a:xfrm>
        </p:grpSpPr>
        <p:sp>
          <p:nvSpPr>
            <p:cNvPr id="23" name="TextBox 23"/>
            <p:cNvSpPr txBox="1"/>
            <p:nvPr/>
          </p:nvSpPr>
          <p:spPr>
            <a:xfrm>
              <a:off x="724251" y="746821"/>
              <a:ext cx="5217955" cy="203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PROBLEM TANIMI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VERİYİ ANLAMA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VERİNİN HAZIRLANMASI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ANALİZLER (MODELLEME)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DEĞERLENDİRME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YAYILIM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46822"/>
              <a:ext cx="455803" cy="203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</a:p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FCFCFC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" y="-19050"/>
              <a:ext cx="3373204" cy="501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FCFCF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İLERLEYİŞ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77240" y="6232989"/>
            <a:ext cx="3928467" cy="42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27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GİRİŞ</a:t>
            </a:r>
          </a:p>
        </p:txBody>
      </p:sp>
      <p:sp>
        <p:nvSpPr>
          <p:cNvPr id="27" name="Freeform 27"/>
          <p:cNvSpPr/>
          <p:nvPr/>
        </p:nvSpPr>
        <p:spPr>
          <a:xfrm>
            <a:off x="8808978" y="2799397"/>
            <a:ext cx="2213527" cy="2600325"/>
          </a:xfrm>
          <a:custGeom>
            <a:avLst/>
            <a:gdLst/>
            <a:ahLst/>
            <a:cxnLst/>
            <a:rect l="l" t="t" r="r" b="b"/>
            <a:pathLst>
              <a:path w="2213527" h="2600325">
                <a:moveTo>
                  <a:pt x="0" y="0"/>
                </a:moveTo>
                <a:lnTo>
                  <a:pt x="2213526" y="0"/>
                </a:lnTo>
                <a:lnTo>
                  <a:pt x="2213526" y="2600325"/>
                </a:lnTo>
                <a:lnTo>
                  <a:pt x="0" y="2600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0F23A0CC-7896-945C-94DD-F0535B8BECF3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İÇİNDEKİLER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220" y="2556382"/>
            <a:ext cx="75857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İÇERİK LİSTESİ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İLERLEYİŞ BU LİSTEDEKİ SIRAYLA OLACAKTIR. SUNUMDA SAĞ ALTTA YAZAN SAYILAR İÇERİK KODLARINA GÖRE YAPILMIŞ VE HANGİ AŞAMADA OLDUĞUNU GÖSTERİR.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3" name="Diyagram 52">
            <a:extLst>
              <a:ext uri="{FF2B5EF4-FFF2-40B4-BE49-F238E27FC236}">
                <a16:creationId xmlns:a16="http://schemas.microsoft.com/office/drawing/2014/main" id="{6684EBF5-C8D6-6FCE-84FF-74FD94F8DC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896742"/>
              </p:ext>
            </p:extLst>
          </p:nvPr>
        </p:nvGraphicFramePr>
        <p:xfrm>
          <a:off x="777220" y="5909070"/>
          <a:ext cx="3063240" cy="736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AutoShape 18"/>
          <p:cNvSpPr/>
          <p:nvPr/>
        </p:nvSpPr>
        <p:spPr>
          <a:xfrm>
            <a:off x="9923446" y="5422926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AutoShape 19"/>
          <p:cNvSpPr/>
          <p:nvPr/>
        </p:nvSpPr>
        <p:spPr>
          <a:xfrm>
            <a:off x="9923446" y="6050996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9923446" y="6679065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9917994" y="4972370"/>
            <a:ext cx="2707106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algn="l" rtl="0" eaLnBrk="1" latinLnBrk="0" hangingPunct="1">
              <a:lnSpc>
                <a:spcPts val="1950"/>
              </a:lnSpc>
              <a:buNone/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PROBLEM TANIMI</a:t>
            </a:r>
            <a:endParaRPr lang="en-US" sz="1200" dirty="0">
              <a:effectLst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17994" y="5600495"/>
            <a:ext cx="2549117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algn="l" rtl="0" eaLnBrk="1" latinLnBrk="0" hangingPunct="1">
              <a:lnSpc>
                <a:spcPts val="1950"/>
              </a:lnSpc>
              <a:buNone/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VERİYİ ANLAMA</a:t>
            </a:r>
            <a:endParaRPr lang="en-US" sz="1200" dirty="0">
              <a:effectLst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17994" y="6228620"/>
            <a:ext cx="2707106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algn="l" rtl="0" eaLnBrk="1" latinLnBrk="0" hangingPunct="1">
              <a:lnSpc>
                <a:spcPts val="1950"/>
              </a:lnSpc>
              <a:buNone/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VERİNİN HAZIRLANMASI</a:t>
            </a:r>
            <a:endParaRPr lang="en-US" sz="1200" dirty="0">
              <a:effectLst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021015" y="4972370"/>
            <a:ext cx="60062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21015" y="5624943"/>
            <a:ext cx="60062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21015" y="6277569"/>
            <a:ext cx="60062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923446" y="7307135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9923446" y="7935204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9923446" y="8563275"/>
            <a:ext cx="6756661" cy="19050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9917994" y="6856745"/>
            <a:ext cx="2707106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algn="l" rtl="0" eaLnBrk="1" latinLnBrk="0" hangingPunct="1">
              <a:lnSpc>
                <a:spcPts val="1950"/>
              </a:lnSpc>
              <a:buNone/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ANALİZLER (MODELLEME)</a:t>
            </a:r>
            <a:endParaRPr lang="en-US" sz="1200" dirty="0">
              <a:effectLst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917994" y="7484870"/>
            <a:ext cx="280740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DEĞERLENDİRME VE YORUM</a:t>
            </a:r>
            <a:endParaRPr lang="en-US" sz="15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917994" y="8112993"/>
            <a:ext cx="303600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kern="1200" dirty="0">
                <a:solidFill>
                  <a:srgbClr val="FCFCF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YAYILIM (SUNUM VEYA RAPOR)</a:t>
            </a:r>
            <a:endParaRPr lang="en-US" sz="15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6021015" y="6923505"/>
            <a:ext cx="60062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21015" y="7576079"/>
            <a:ext cx="600626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21015" y="8106489"/>
            <a:ext cx="600626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02415" y="4150053"/>
            <a:ext cx="3602292" cy="37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İÇERİK KODLARI</a:t>
            </a:r>
          </a:p>
        </p:txBody>
      </p:sp>
      <p:sp>
        <p:nvSpPr>
          <p:cNvPr id="37" name="AutoShape 37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/>
          <p:cNvSpPr/>
          <p:nvPr/>
        </p:nvSpPr>
        <p:spPr>
          <a:xfrm>
            <a:off x="16680107" y="1529193"/>
            <a:ext cx="2603982" cy="3059010"/>
          </a:xfrm>
          <a:custGeom>
            <a:avLst/>
            <a:gdLst/>
            <a:ahLst/>
            <a:cxnLst/>
            <a:rect l="l" t="t" r="r" b="b"/>
            <a:pathLst>
              <a:path w="2603982" h="3059010">
                <a:moveTo>
                  <a:pt x="0" y="0"/>
                </a:moveTo>
                <a:lnTo>
                  <a:pt x="2603982" y="0"/>
                </a:lnTo>
                <a:lnTo>
                  <a:pt x="2603982" y="3059010"/>
                </a:lnTo>
                <a:lnTo>
                  <a:pt x="0" y="3059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12">
            <a:extLst>
              <a:ext uri="{FF2B5EF4-FFF2-40B4-BE49-F238E27FC236}">
                <a16:creationId xmlns:a16="http://schemas.microsoft.com/office/drawing/2014/main" id="{AB1E2133-B279-2B36-49D4-21E5ED01E12C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3D39F6E3-BD7A-4763-E482-5564CA5A70B1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53C1CDDA-16C6-B43A-71B0-B0BD2597ED5C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7" name="TextBox 15">
            <a:extLst>
              <a:ext uri="{FF2B5EF4-FFF2-40B4-BE49-F238E27FC236}">
                <a16:creationId xmlns:a16="http://schemas.microsoft.com/office/drawing/2014/main" id="{A840C9DC-90CD-F6DE-2169-BDF7CF0570D4}"/>
              </a:ext>
            </a:extLst>
          </p:cNvPr>
          <p:cNvSpPr txBox="1"/>
          <p:nvPr/>
        </p:nvSpPr>
        <p:spPr>
          <a:xfrm>
            <a:off x="14037669" y="777382"/>
            <a:ext cx="345217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İLERLEYİŞ - 2</a:t>
            </a: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A59F1274-79A4-15C1-9F7C-39D022F89BE4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E7EFE834-E812-B992-7CD0-409690DD753C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graphicFrame>
        <p:nvGraphicFramePr>
          <p:cNvPr id="52" name="Diyagram 51">
            <a:extLst>
              <a:ext uri="{FF2B5EF4-FFF2-40B4-BE49-F238E27FC236}">
                <a16:creationId xmlns:a16="http://schemas.microsoft.com/office/drawing/2014/main" id="{A488672B-8CBA-897E-093A-4FC3333338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0561530"/>
              </p:ext>
            </p:extLst>
          </p:nvPr>
        </p:nvGraphicFramePr>
        <p:xfrm>
          <a:off x="2752575" y="3742424"/>
          <a:ext cx="5526616" cy="5070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7458751" y="7758005"/>
            <a:ext cx="2816029" cy="3308110"/>
          </a:xfrm>
          <a:custGeom>
            <a:avLst/>
            <a:gdLst/>
            <a:ahLst/>
            <a:cxnLst/>
            <a:rect l="l" t="t" r="r" b="b"/>
            <a:pathLst>
              <a:path w="2816029" h="3308110">
                <a:moveTo>
                  <a:pt x="0" y="0"/>
                </a:moveTo>
                <a:lnTo>
                  <a:pt x="2816029" y="0"/>
                </a:lnTo>
                <a:lnTo>
                  <a:pt x="2816029" y="3308110"/>
                </a:lnTo>
                <a:lnTo>
                  <a:pt x="0" y="330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1627415" y="7417299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777218" y="2556382"/>
            <a:ext cx="990044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STACK OVERFLOW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2924" y="4285834"/>
            <a:ext cx="4827800" cy="28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0"/>
              </a:lnSpc>
            </a:pPr>
            <a:r>
              <a:rPr lang="en-US" sz="1740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456" y="5811476"/>
            <a:ext cx="6539944" cy="1972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Overflow,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yazılım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geliştiricilerin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soru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sorup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cevap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verdiği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bilgi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paylaştığı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bir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soru-cevap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platformudur</a:t>
            </a: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00" u="sng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605269" y="5937169"/>
            <a:ext cx="410432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KURUCULAR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33846" y="6650304"/>
            <a:ext cx="3385191" cy="20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800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Jeff Atwood </a:t>
            </a:r>
            <a:r>
              <a:rPr lang="en-US" sz="1800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ve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Joel </a:t>
            </a:r>
            <a:r>
              <a:rPr lang="en-US" sz="1800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Spolsky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US"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627415" y="7586458"/>
            <a:ext cx="4425242" cy="50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FFFFFF"/>
                </a:solidFill>
                <a:latin typeface="Poppins Bold"/>
                <a:ea typeface="Poppins"/>
                <a:cs typeface="Poppins Bold"/>
                <a:sym typeface="Poppins Bold"/>
              </a:rPr>
              <a:t>2008 </a:t>
            </a: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YILINDA KURULMUŞTUR,</a:t>
            </a:r>
          </a:p>
          <a:p>
            <a:pPr algn="l">
              <a:lnSpc>
                <a:spcPts val="1950"/>
              </a:lnSpc>
            </a:pPr>
            <a:r>
              <a:rPr lang="en-US" sz="15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aylık</a:t>
            </a: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100M + </a:t>
            </a:r>
            <a:r>
              <a:rPr lang="en-US" sz="15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ziyayetci</a:t>
            </a: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alır</a:t>
            </a:r>
            <a:r>
              <a:rPr lang="en-US" sz="15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KULLANILAN SİTE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533" y="8849026"/>
            <a:ext cx="5971468" cy="587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ÇOK FAZLA VERİ İÇERİR VE YAZILIMCI TOPLULUĞUNUN DÜŞÜNCELERİNİ VE KULLANILAN DİLLERİ YANSITIR.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6662098" y="3441254"/>
            <a:ext cx="2816029" cy="3308110"/>
          </a:xfrm>
          <a:custGeom>
            <a:avLst/>
            <a:gdLst/>
            <a:ahLst/>
            <a:cxnLst/>
            <a:rect l="l" t="t" r="r" b="b"/>
            <a:pathLst>
              <a:path w="2816029" h="3308110">
                <a:moveTo>
                  <a:pt x="0" y="0"/>
                </a:moveTo>
                <a:lnTo>
                  <a:pt x="2816028" y="0"/>
                </a:lnTo>
                <a:lnTo>
                  <a:pt x="2816028" y="3308110"/>
                </a:lnTo>
                <a:lnTo>
                  <a:pt x="0" y="330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7" name="Resim Yer Tutucusu 46" descr="metin, yazı tipi, logo, grafi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0A9ACE5-62E8-F1DB-DB95-74F3A271B0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" t="10003" r="3732" b="2945"/>
          <a:stretch/>
        </p:blipFill>
        <p:spPr>
          <a:xfrm>
            <a:off x="7391400" y="5807677"/>
            <a:ext cx="3838959" cy="2684823"/>
          </a:xfrm>
        </p:spPr>
      </p:pic>
      <p:sp>
        <p:nvSpPr>
          <p:cNvPr id="32" name="TextBox 10">
            <a:extLst>
              <a:ext uri="{FF2B5EF4-FFF2-40B4-BE49-F238E27FC236}">
                <a16:creationId xmlns:a16="http://schemas.microsoft.com/office/drawing/2014/main" id="{BEDA09A8-9645-1447-5557-CD29A1944732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grpSp>
        <p:nvGrpSpPr>
          <p:cNvPr id="33" name="Group 12">
            <a:extLst>
              <a:ext uri="{FF2B5EF4-FFF2-40B4-BE49-F238E27FC236}">
                <a16:creationId xmlns:a16="http://schemas.microsoft.com/office/drawing/2014/main" id="{30ED2E82-076A-3495-4772-94A84B0FD0CE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0173710D-291A-776E-2C18-EDC66C07D2C8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85C2633D-2B43-2D45-CFC0-AED251540C7E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6" name="TextBox 15">
            <a:extLst>
              <a:ext uri="{FF2B5EF4-FFF2-40B4-BE49-F238E27FC236}">
                <a16:creationId xmlns:a16="http://schemas.microsoft.com/office/drawing/2014/main" id="{E5B9A6DE-6ECE-6503-40F9-0E75751AE94C}"/>
              </a:ext>
            </a:extLst>
          </p:cNvPr>
          <p:cNvSpPr txBox="1"/>
          <p:nvPr/>
        </p:nvSpPr>
        <p:spPr>
          <a:xfrm>
            <a:off x="14037669" y="777382"/>
            <a:ext cx="345217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SİTEYİ TANIYALIM - 3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04E2F550-0846-A166-D8E0-9A5B66B43F70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31D4537B-0FC2-811F-1A34-47FDF8C11DCE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77800" y="635385"/>
            <a:ext cx="4809500" cy="514809"/>
            <a:chOff x="0" y="0"/>
            <a:chExt cx="5204662" cy="68641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3031154" y="777382"/>
            <a:ext cx="4502721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PROBLEMİN TANIMLANMASI - 4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9867" y="2443093"/>
            <a:ext cx="5994772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NEDEN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6532" y="5133975"/>
            <a:ext cx="1039106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YAPIYORUM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0070" y="7648876"/>
            <a:ext cx="3737231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en-US" sz="150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9931432" y="82296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8" name="Diyagram 17">
            <a:extLst>
              <a:ext uri="{FF2B5EF4-FFF2-40B4-BE49-F238E27FC236}">
                <a16:creationId xmlns:a16="http://schemas.microsoft.com/office/drawing/2014/main" id="{066B76F4-CDC4-E2DC-F0ED-AF8C595E87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2278805"/>
              </p:ext>
            </p:extLst>
          </p:nvPr>
        </p:nvGraphicFramePr>
        <p:xfrm>
          <a:off x="9153525" y="1244985"/>
          <a:ext cx="9144000" cy="6824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9" name="TextBox 10">
            <a:extLst>
              <a:ext uri="{FF2B5EF4-FFF2-40B4-BE49-F238E27FC236}">
                <a16:creationId xmlns:a16="http://schemas.microsoft.com/office/drawing/2014/main" id="{44AEBA29-43A2-81E1-46D6-02EA83837C1C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F159B39-74A3-9C03-AE25-0C0FC27082D3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15B5AF44-5D5A-33E0-7BA8-1B3C0760ED11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62095" y="-80118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68354" y="635385"/>
            <a:ext cx="4518946" cy="514809"/>
            <a:chOff x="0" y="0"/>
            <a:chExt cx="5204662" cy="686412"/>
          </a:xfrm>
        </p:grpSpPr>
        <p:sp>
          <p:nvSpPr>
            <p:cNvPr id="4" name="Freeform 4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EC9D00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3335000" y="785553"/>
            <a:ext cx="406177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SAYFANIN İNCELENMESİ- 5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7219" y="2556382"/>
            <a:ext cx="9111494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SAYFAYI TANIYALIM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6132" y="5633259"/>
            <a:ext cx="3891668" cy="2292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SAYFAYA ÜYE OLMADAN ERİŞİM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KONU BAŞLIKLARI AYRI SAYFALARDA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 …/questions/... SAYFASINDA 15 SORU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TOPLAM 1000 SAYFADAN VERİ ALINACAK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YAKLAŞIK 15000 SORU METNİ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YAKŞALIK 15000 BAŞLIK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 SORUDA KULLANILAN DİLLER BELİRTİLMİŞ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 SORUNUNU OYLARI VE PAYLAŞILMA SAATİ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PAYLAŞAN KULLANICI (GİZLENDİ)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2945" y="5633259"/>
            <a:ext cx="341852" cy="229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960" y="5065998"/>
            <a:ext cx="2910840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SAYFA ÖZELLİKLERİ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26442" y="5040715"/>
            <a:ext cx="359375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YAPILABİLECEKLER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26441" y="5623735"/>
            <a:ext cx="5490893" cy="254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veriler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kullanılarak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çeşitli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analizler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yapılabilir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Öncelikle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sorularda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kullanılan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programlama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dillerine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göre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popülerlik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analizi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gerçekleştirilebilir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Hangi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dillerin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daha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sık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kullanıldığı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hangi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dillerin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daha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çok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ilgi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gördüğü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(oy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aldığı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gibi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sorulara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yanıt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aranabilir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Ayrıca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metin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madenciliği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teknikleriyle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sık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geçen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kelimeler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kavramlar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belirlenerek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konu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başlıkları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temalar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çıkarılabilir</a:t>
            </a: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39" name="AutoShape 39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VERİYİ ANLAMA</a:t>
            </a: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09E9E15E-096A-0472-E38B-5FB5C42BBA72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en-US" sz="150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377145FE-C604-3DBC-1278-11523B0624FD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3D93081F-2432-1F93-6586-2B5E144258D7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B1EEC712-3517-8BE1-7A2B-861CE48DFD2F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48" name="TextBox 38">
            <a:extLst>
              <a:ext uri="{FF2B5EF4-FFF2-40B4-BE49-F238E27FC236}">
                <a16:creationId xmlns:a16="http://schemas.microsoft.com/office/drawing/2014/main" id="{6C7AAFED-BD8F-AE26-015E-6F7363EDB478}"/>
              </a:ext>
            </a:extLst>
          </p:cNvPr>
          <p:cNvSpPr txBox="1"/>
          <p:nvPr/>
        </p:nvSpPr>
        <p:spPr>
          <a:xfrm>
            <a:off x="11392875" y="5623735"/>
            <a:ext cx="5490893" cy="299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endParaRPr lang="en-US" sz="165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4074329" y="743208"/>
            <a:ext cx="33224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MİNİNG İŞLEMİ- 6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18" y="2556382"/>
            <a:ext cx="11033782" cy="1490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VERİNİN HAZIRLANMASI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92010" y="4112092"/>
            <a:ext cx="3973388" cy="2049303"/>
            <a:chOff x="0" y="0"/>
            <a:chExt cx="5297850" cy="27324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97805" cy="2732405"/>
            </a:xfrm>
            <a:custGeom>
              <a:avLst/>
              <a:gdLst/>
              <a:ahLst/>
              <a:cxnLst/>
              <a:rect l="l" t="t" r="r" b="b"/>
              <a:pathLst>
                <a:path w="5297805" h="2732405">
                  <a:moveTo>
                    <a:pt x="0" y="0"/>
                  </a:moveTo>
                  <a:lnTo>
                    <a:pt x="5297805" y="0"/>
                  </a:lnTo>
                  <a:lnTo>
                    <a:pt x="5297805" y="2732405"/>
                  </a:lnTo>
                  <a:lnTo>
                    <a:pt x="0" y="2732405"/>
                  </a:lnTo>
                  <a:close/>
                </a:path>
              </a:pathLst>
            </a:custGeom>
            <a:solidFill>
              <a:srgbClr val="D2BDB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36372" y="4113094"/>
            <a:ext cx="3992438" cy="2068353"/>
            <a:chOff x="0" y="0"/>
            <a:chExt cx="5323250" cy="27578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23205" cy="2757805"/>
            </a:xfrm>
            <a:custGeom>
              <a:avLst/>
              <a:gdLst/>
              <a:ahLst/>
              <a:cxnLst/>
              <a:rect l="l" t="t" r="r" b="b"/>
              <a:pathLst>
                <a:path w="5323205" h="2757805">
                  <a:moveTo>
                    <a:pt x="12700" y="0"/>
                  </a:moveTo>
                  <a:lnTo>
                    <a:pt x="5310505" y="0"/>
                  </a:lnTo>
                  <a:cubicBezTo>
                    <a:pt x="5317490" y="0"/>
                    <a:pt x="5323205" y="5715"/>
                    <a:pt x="5323205" y="12700"/>
                  </a:cubicBezTo>
                  <a:lnTo>
                    <a:pt x="5323205" y="2745105"/>
                  </a:lnTo>
                  <a:cubicBezTo>
                    <a:pt x="5323205" y="2752090"/>
                    <a:pt x="5317490" y="2757805"/>
                    <a:pt x="5310505" y="2757805"/>
                  </a:cubicBezTo>
                  <a:lnTo>
                    <a:pt x="12700" y="2757805"/>
                  </a:lnTo>
                  <a:cubicBezTo>
                    <a:pt x="5715" y="2757805"/>
                    <a:pt x="0" y="2752090"/>
                    <a:pt x="0" y="274510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45105"/>
                  </a:lnTo>
                  <a:lnTo>
                    <a:pt x="12700" y="2745105"/>
                  </a:lnTo>
                  <a:lnTo>
                    <a:pt x="12700" y="2732405"/>
                  </a:lnTo>
                  <a:lnTo>
                    <a:pt x="5310505" y="2732405"/>
                  </a:lnTo>
                  <a:lnTo>
                    <a:pt x="5310505" y="2745105"/>
                  </a:lnTo>
                  <a:lnTo>
                    <a:pt x="5297805" y="2745105"/>
                  </a:lnTo>
                  <a:lnTo>
                    <a:pt x="5297805" y="12700"/>
                  </a:lnTo>
                  <a:lnTo>
                    <a:pt x="5310505" y="12700"/>
                  </a:lnTo>
                  <a:lnTo>
                    <a:pt x="531050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2BDB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446352" y="6420615"/>
            <a:ext cx="2531223" cy="2115426"/>
            <a:chOff x="0" y="0"/>
            <a:chExt cx="3374964" cy="28205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75025" cy="2820543"/>
            </a:xfrm>
            <a:custGeom>
              <a:avLst/>
              <a:gdLst/>
              <a:ahLst/>
              <a:cxnLst/>
              <a:rect l="l" t="t" r="r" b="b"/>
              <a:pathLst>
                <a:path w="3375025" h="2820543">
                  <a:moveTo>
                    <a:pt x="0" y="0"/>
                  </a:moveTo>
                  <a:lnTo>
                    <a:pt x="3375025" y="0"/>
                  </a:lnTo>
                  <a:lnTo>
                    <a:pt x="3375025" y="2820543"/>
                  </a:lnTo>
                  <a:lnTo>
                    <a:pt x="0" y="2820543"/>
                  </a:lnTo>
                  <a:close/>
                </a:path>
              </a:pathLst>
            </a:custGeom>
            <a:solidFill>
              <a:srgbClr val="D2BDB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286938" y="6411090"/>
            <a:ext cx="2550273" cy="2134476"/>
            <a:chOff x="0" y="0"/>
            <a:chExt cx="3400364" cy="2845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00425" cy="2845943"/>
            </a:xfrm>
            <a:custGeom>
              <a:avLst/>
              <a:gdLst/>
              <a:ahLst/>
              <a:cxnLst/>
              <a:rect l="l" t="t" r="r" b="b"/>
              <a:pathLst>
                <a:path w="3400425" h="2845943">
                  <a:moveTo>
                    <a:pt x="12700" y="0"/>
                  </a:moveTo>
                  <a:lnTo>
                    <a:pt x="3387725" y="0"/>
                  </a:lnTo>
                  <a:cubicBezTo>
                    <a:pt x="3394710" y="0"/>
                    <a:pt x="3400425" y="5715"/>
                    <a:pt x="3400425" y="12700"/>
                  </a:cubicBezTo>
                  <a:lnTo>
                    <a:pt x="3400425" y="2833243"/>
                  </a:lnTo>
                  <a:cubicBezTo>
                    <a:pt x="3400425" y="2840228"/>
                    <a:pt x="3394710" y="2845943"/>
                    <a:pt x="3387725" y="2845943"/>
                  </a:cubicBezTo>
                  <a:lnTo>
                    <a:pt x="12700" y="2845943"/>
                  </a:lnTo>
                  <a:cubicBezTo>
                    <a:pt x="5715" y="2845943"/>
                    <a:pt x="0" y="2840228"/>
                    <a:pt x="0" y="283324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33243"/>
                  </a:lnTo>
                  <a:lnTo>
                    <a:pt x="12700" y="2833243"/>
                  </a:lnTo>
                  <a:lnTo>
                    <a:pt x="12700" y="2820543"/>
                  </a:lnTo>
                  <a:lnTo>
                    <a:pt x="3387725" y="2820543"/>
                  </a:lnTo>
                  <a:lnTo>
                    <a:pt x="3387725" y="2833243"/>
                  </a:lnTo>
                  <a:lnTo>
                    <a:pt x="3375025" y="2833243"/>
                  </a:lnTo>
                  <a:lnTo>
                    <a:pt x="3375025" y="12700"/>
                  </a:lnTo>
                  <a:lnTo>
                    <a:pt x="3387725" y="12700"/>
                  </a:lnTo>
                  <a:lnTo>
                    <a:pt x="33877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4146572" y="6420615"/>
            <a:ext cx="2531223" cy="2115426"/>
            <a:chOff x="0" y="0"/>
            <a:chExt cx="3374964" cy="28205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75025" cy="2820543"/>
            </a:xfrm>
            <a:custGeom>
              <a:avLst/>
              <a:gdLst/>
              <a:ahLst/>
              <a:cxnLst/>
              <a:rect l="l" t="t" r="r" b="b"/>
              <a:pathLst>
                <a:path w="3375025" h="2820543">
                  <a:moveTo>
                    <a:pt x="0" y="0"/>
                  </a:moveTo>
                  <a:lnTo>
                    <a:pt x="3375025" y="0"/>
                  </a:lnTo>
                  <a:lnTo>
                    <a:pt x="3375025" y="2820543"/>
                  </a:lnTo>
                  <a:lnTo>
                    <a:pt x="0" y="282054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3" name="AutoShape 23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HAZIRLIK</a:t>
            </a:r>
          </a:p>
        </p:txBody>
      </p:sp>
      <p:sp>
        <p:nvSpPr>
          <p:cNvPr id="37" name="Freeform 37"/>
          <p:cNvSpPr/>
          <p:nvPr/>
        </p:nvSpPr>
        <p:spPr>
          <a:xfrm>
            <a:off x="15412184" y="92583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4" name="Resim 53">
            <a:extLst>
              <a:ext uri="{FF2B5EF4-FFF2-40B4-BE49-F238E27FC236}">
                <a16:creationId xmlns:a16="http://schemas.microsoft.com/office/drawing/2014/main" id="{DFD07365-2115-1810-AAD0-C99A8EA7B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1759" y="6607324"/>
            <a:ext cx="2260849" cy="1759525"/>
          </a:xfrm>
          <a:prstGeom prst="rect">
            <a:avLst/>
          </a:prstGeom>
        </p:spPr>
      </p:pic>
      <p:sp>
        <p:nvSpPr>
          <p:cNvPr id="38" name="TextBox 11">
            <a:extLst>
              <a:ext uri="{FF2B5EF4-FFF2-40B4-BE49-F238E27FC236}">
                <a16:creationId xmlns:a16="http://schemas.microsoft.com/office/drawing/2014/main" id="{DB055152-FA7D-800F-18C3-DCAB39C7A154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en-US" sz="150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4487A169-F331-0635-EF7D-75396D9586C5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3EF0E950-B974-3F89-6062-132935D65B86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B4C677B8-E976-DD19-A57B-AB8BBAE24806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pic>
        <p:nvPicPr>
          <p:cNvPr id="46" name="Resim 45" descr="metin, ekran görüntüsü, yazı tipi içeren bir resim">
            <a:extLst>
              <a:ext uri="{FF2B5EF4-FFF2-40B4-BE49-F238E27FC236}">
                <a16:creationId xmlns:a16="http://schemas.microsoft.com/office/drawing/2014/main" id="{68D36C2A-044E-83EC-14CB-B881367DC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10"/>
          <a:stretch/>
        </p:blipFill>
        <p:spPr>
          <a:xfrm>
            <a:off x="8417818" y="4112093"/>
            <a:ext cx="3991908" cy="2049304"/>
          </a:xfrm>
          <a:prstGeom prst="rect">
            <a:avLst/>
          </a:prstGeom>
        </p:spPr>
      </p:pic>
      <p:pic>
        <p:nvPicPr>
          <p:cNvPr id="48" name="Resim 47">
            <a:extLst>
              <a:ext uri="{FF2B5EF4-FFF2-40B4-BE49-F238E27FC236}">
                <a16:creationId xmlns:a16="http://schemas.microsoft.com/office/drawing/2014/main" id="{863EDD88-081C-E683-40A8-0CFA5670C5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46099" y="4179290"/>
            <a:ext cx="3865175" cy="1928420"/>
          </a:xfrm>
          <a:prstGeom prst="rect">
            <a:avLst/>
          </a:pr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AB59B81A-9A27-C4CE-EEAC-EDD980476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7614" y="6476414"/>
            <a:ext cx="2508966" cy="2003808"/>
          </a:xfrm>
          <a:prstGeom prst="rect">
            <a:avLst/>
          </a:prstGeom>
        </p:spPr>
      </p:pic>
      <p:pic>
        <p:nvPicPr>
          <p:cNvPr id="56" name="Resim 55">
            <a:extLst>
              <a:ext uri="{FF2B5EF4-FFF2-40B4-BE49-F238E27FC236}">
                <a16:creationId xmlns:a16="http://schemas.microsoft.com/office/drawing/2014/main" id="{10DE58B1-DE17-1BC3-4270-8F6C68477F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8001" y="6521686"/>
            <a:ext cx="2347970" cy="1913264"/>
          </a:xfrm>
          <a:prstGeom prst="rect">
            <a:avLst/>
          </a:prstGeom>
        </p:spPr>
      </p:pic>
      <p:sp>
        <p:nvSpPr>
          <p:cNvPr id="57" name="Metin kutusu 56">
            <a:extLst>
              <a:ext uri="{FF2B5EF4-FFF2-40B4-BE49-F238E27FC236}">
                <a16:creationId xmlns:a16="http://schemas.microsoft.com/office/drawing/2014/main" id="{93A4E8CB-E621-E935-AAB0-512FA6008A11}"/>
              </a:ext>
            </a:extLst>
          </p:cNvPr>
          <p:cNvSpPr txBox="1"/>
          <p:nvPr/>
        </p:nvSpPr>
        <p:spPr>
          <a:xfrm>
            <a:off x="685800" y="4610100"/>
            <a:ext cx="65044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Veriler</a:t>
            </a:r>
            <a:r>
              <a:rPr lang="en-US" dirty="0">
                <a:solidFill>
                  <a:schemeClr val="bg1"/>
                </a:solidFill>
              </a:rPr>
              <a:t> R </a:t>
            </a:r>
            <a:r>
              <a:rPr lang="en-US" dirty="0" err="1">
                <a:solidFill>
                  <a:schemeClr val="bg1"/>
                </a:solidFill>
              </a:rPr>
              <a:t>dilinin</a:t>
            </a:r>
            <a:r>
              <a:rPr lang="en-US" dirty="0">
                <a:solidFill>
                  <a:schemeClr val="bg1"/>
                </a:solidFill>
              </a:rPr>
              <a:t> “</a:t>
            </a:r>
            <a:r>
              <a:rPr lang="en-US" dirty="0" err="1">
                <a:solidFill>
                  <a:schemeClr val="bg1"/>
                </a:solidFill>
              </a:rPr>
              <a:t>httr</a:t>
            </a:r>
            <a:r>
              <a:rPr lang="en-US" dirty="0">
                <a:solidFill>
                  <a:schemeClr val="bg1"/>
                </a:solidFill>
              </a:rPr>
              <a:t>” </a:t>
            </a:r>
            <a:r>
              <a:rPr lang="en-US" dirty="0" err="1">
                <a:solidFill>
                  <a:schemeClr val="bg1"/>
                </a:solidFill>
              </a:rPr>
              <a:t>kütüphanesinin</a:t>
            </a:r>
            <a:r>
              <a:rPr lang="en-US" dirty="0">
                <a:solidFill>
                  <a:schemeClr val="bg1"/>
                </a:solidFill>
              </a:rPr>
              <a:t> GET </a:t>
            </a:r>
            <a:r>
              <a:rPr lang="en-US" dirty="0" err="1">
                <a:solidFill>
                  <a:schemeClr val="bg1"/>
                </a:solidFill>
              </a:rPr>
              <a:t>fonksiyonu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çekildi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Verilere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gerekli</a:t>
            </a:r>
            <a:r>
              <a:rPr lang="en-US" dirty="0">
                <a:solidFill>
                  <a:schemeClr val="bg1"/>
                </a:solidFill>
              </a:rPr>
              <a:t> HTML parse </a:t>
            </a:r>
            <a:r>
              <a:rPr lang="en-US" dirty="0" err="1">
                <a:solidFill>
                  <a:schemeClr val="bg1"/>
                </a:solidFill>
              </a:rPr>
              <a:t>yöntemleri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uygulandı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değişkenlere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atandı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Değişkenler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data frame de </a:t>
            </a:r>
            <a:r>
              <a:rPr lang="en-US" dirty="0" err="1">
                <a:solidFill>
                  <a:schemeClr val="bg1"/>
                </a:solidFill>
              </a:rPr>
              <a:t>toplanarak</a:t>
            </a:r>
            <a:r>
              <a:rPr lang="en-US" dirty="0">
                <a:solidFill>
                  <a:schemeClr val="bg1"/>
                </a:solidFill>
              </a:rPr>
              <a:t> CSV </a:t>
            </a:r>
            <a:r>
              <a:rPr lang="en-US" dirty="0" err="1">
                <a:solidFill>
                  <a:schemeClr val="bg1"/>
                </a:solidFill>
              </a:rPr>
              <a:t>dosyasına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dönüştürüldü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Dönüştürülen</a:t>
            </a:r>
            <a:r>
              <a:rPr lang="en-US" dirty="0">
                <a:solidFill>
                  <a:schemeClr val="bg1"/>
                </a:solidFill>
              </a:rPr>
              <a:t> CSV </a:t>
            </a:r>
            <a:r>
              <a:rPr lang="en-US" dirty="0" err="1">
                <a:solidFill>
                  <a:schemeClr val="bg1"/>
                </a:solidFill>
              </a:rPr>
              <a:t>dosyası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kolay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erişim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GitHub </a:t>
            </a:r>
            <a:r>
              <a:rPr lang="en-US" dirty="0" err="1">
                <a:solidFill>
                  <a:schemeClr val="bg1"/>
                </a:solidFill>
              </a:rPr>
              <a:t>sayfasında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herkese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açık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repoya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eklendi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Eklenen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dosyanın</a:t>
            </a:r>
            <a:r>
              <a:rPr lang="en-US" dirty="0">
                <a:solidFill>
                  <a:schemeClr val="bg1"/>
                </a:solidFill>
              </a:rPr>
              <a:t>, RAW (</a:t>
            </a:r>
            <a:r>
              <a:rPr lang="en-US" dirty="0" err="1">
                <a:solidFill>
                  <a:schemeClr val="bg1"/>
                </a:solidFill>
              </a:rPr>
              <a:t>saf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en-US" dirty="0" err="1">
                <a:solidFill>
                  <a:schemeClr val="bg1"/>
                </a:solidFill>
              </a:rPr>
              <a:t>haliyle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istenen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yerden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erişim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sağlanması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kolaylaştırıldı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2B931-013A-9749-36E4-D142DBB3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7B51A2-F5B5-59D8-6E4D-C9D65987E0A7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2B2E25-64E1-161E-DA7B-2C1122F4FDC8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C3BC8CD-11A6-5CB9-CF1A-1CBC6260ADBC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FED1AC8-9283-4948-F152-DEEE771815CA}"/>
              </a:ext>
            </a:extLst>
          </p:cNvPr>
          <p:cNvSpPr txBox="1"/>
          <p:nvPr/>
        </p:nvSpPr>
        <p:spPr>
          <a:xfrm>
            <a:off x="14074329" y="743208"/>
            <a:ext cx="33224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VERİYİ DÜZENLEME - 7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7A430A-6234-3285-2197-8E8E1C6F7D80}"/>
              </a:ext>
            </a:extLst>
          </p:cNvPr>
          <p:cNvSpPr txBox="1"/>
          <p:nvPr/>
        </p:nvSpPr>
        <p:spPr>
          <a:xfrm>
            <a:off x="777218" y="2556382"/>
            <a:ext cx="11033782" cy="3029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KUTUPHANELER VE STOPWORDS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BB744EF-F329-86A1-AFDC-F57C6BCD3DE7}"/>
              </a:ext>
            </a:extLst>
          </p:cNvPr>
          <p:cNvGrpSpPr/>
          <p:nvPr/>
        </p:nvGrpSpPr>
        <p:grpSpPr>
          <a:xfrm>
            <a:off x="12641448" y="5611180"/>
            <a:ext cx="3973388" cy="2049303"/>
            <a:chOff x="0" y="0"/>
            <a:chExt cx="5297850" cy="2732404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D5203E3-21FD-9F94-F31F-A09C6C1C3E93}"/>
                </a:ext>
              </a:extLst>
            </p:cNvPr>
            <p:cNvSpPr/>
            <p:nvPr/>
          </p:nvSpPr>
          <p:spPr>
            <a:xfrm>
              <a:off x="0" y="0"/>
              <a:ext cx="5297805" cy="2732405"/>
            </a:xfrm>
            <a:custGeom>
              <a:avLst/>
              <a:gdLst/>
              <a:ahLst/>
              <a:cxnLst/>
              <a:rect l="l" t="t" r="r" b="b"/>
              <a:pathLst>
                <a:path w="5297805" h="2732405">
                  <a:moveTo>
                    <a:pt x="0" y="0"/>
                  </a:moveTo>
                  <a:lnTo>
                    <a:pt x="5297805" y="0"/>
                  </a:lnTo>
                  <a:lnTo>
                    <a:pt x="5297805" y="2732405"/>
                  </a:lnTo>
                  <a:lnTo>
                    <a:pt x="0" y="2732405"/>
                  </a:lnTo>
                  <a:close/>
                </a:path>
              </a:pathLst>
            </a:custGeom>
            <a:solidFill>
              <a:srgbClr val="D2BDB4"/>
            </a:solidFill>
          </p:spPr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92F3499-9F85-E95E-A60F-3FB797C5F5CD}"/>
              </a:ext>
            </a:extLst>
          </p:cNvPr>
          <p:cNvGrpSpPr/>
          <p:nvPr/>
        </p:nvGrpSpPr>
        <p:grpSpPr>
          <a:xfrm>
            <a:off x="8382892" y="5637292"/>
            <a:ext cx="3992438" cy="2068353"/>
            <a:chOff x="0" y="0"/>
            <a:chExt cx="5323250" cy="275780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7A9CC7E-0BA7-8574-DA31-95D288B4E084}"/>
                </a:ext>
              </a:extLst>
            </p:cNvPr>
            <p:cNvSpPr/>
            <p:nvPr/>
          </p:nvSpPr>
          <p:spPr>
            <a:xfrm>
              <a:off x="0" y="0"/>
              <a:ext cx="5323205" cy="2757805"/>
            </a:xfrm>
            <a:custGeom>
              <a:avLst/>
              <a:gdLst/>
              <a:ahLst/>
              <a:cxnLst/>
              <a:rect l="l" t="t" r="r" b="b"/>
              <a:pathLst>
                <a:path w="5323205" h="2757805">
                  <a:moveTo>
                    <a:pt x="12700" y="0"/>
                  </a:moveTo>
                  <a:lnTo>
                    <a:pt x="5310505" y="0"/>
                  </a:lnTo>
                  <a:cubicBezTo>
                    <a:pt x="5317490" y="0"/>
                    <a:pt x="5323205" y="5715"/>
                    <a:pt x="5323205" y="12700"/>
                  </a:cubicBezTo>
                  <a:lnTo>
                    <a:pt x="5323205" y="2745105"/>
                  </a:lnTo>
                  <a:cubicBezTo>
                    <a:pt x="5323205" y="2752090"/>
                    <a:pt x="5317490" y="2757805"/>
                    <a:pt x="5310505" y="2757805"/>
                  </a:cubicBezTo>
                  <a:lnTo>
                    <a:pt x="12700" y="2757805"/>
                  </a:lnTo>
                  <a:cubicBezTo>
                    <a:pt x="5715" y="2757805"/>
                    <a:pt x="0" y="2752090"/>
                    <a:pt x="0" y="274510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45105"/>
                  </a:lnTo>
                  <a:lnTo>
                    <a:pt x="12700" y="2745105"/>
                  </a:lnTo>
                  <a:lnTo>
                    <a:pt x="12700" y="2732405"/>
                  </a:lnTo>
                  <a:lnTo>
                    <a:pt x="5310505" y="2732405"/>
                  </a:lnTo>
                  <a:lnTo>
                    <a:pt x="5310505" y="2745105"/>
                  </a:lnTo>
                  <a:lnTo>
                    <a:pt x="5297805" y="2745105"/>
                  </a:lnTo>
                  <a:lnTo>
                    <a:pt x="5297805" y="12700"/>
                  </a:lnTo>
                  <a:lnTo>
                    <a:pt x="5310505" y="12700"/>
                  </a:lnTo>
                  <a:lnTo>
                    <a:pt x="531050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2BDB4"/>
            </a:solidFill>
          </p:spPr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AA2B5146-3460-5E2F-A1EB-032C6ED60B1B}"/>
              </a:ext>
            </a:extLst>
          </p:cNvPr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69E35506-3750-ECC1-0D6B-A721E1C139FE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3BB7357-A56F-A64A-0389-7D3E6C61E5E7}"/>
              </a:ext>
            </a:extLst>
          </p:cNvPr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HAZIRLIK</a:t>
            </a:r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2ED5AFC4-2EA4-DFDE-971F-A8C67905C756}"/>
              </a:ext>
            </a:extLst>
          </p:cNvPr>
          <p:cNvSpPr/>
          <p:nvPr/>
        </p:nvSpPr>
        <p:spPr>
          <a:xfrm>
            <a:off x="15412184" y="92583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CCE5920A-FEAB-932A-06F8-E06208CCE941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en-US" sz="1500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15D2F09F-AF83-F380-EF36-1C0206CB7BCD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en-US" sz="120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DD5359CF-A3EB-676E-8FA9-8E78C70234BD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DF7201EA-F893-32AE-12E3-D93EA3880FB7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en-US" sz="120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57" name="Metin kutusu 56">
            <a:extLst>
              <a:ext uri="{FF2B5EF4-FFF2-40B4-BE49-F238E27FC236}">
                <a16:creationId xmlns:a16="http://schemas.microsoft.com/office/drawing/2014/main" id="{2DB35F6F-DFEC-29B4-4E0E-E4EE4B7196E3}"/>
              </a:ext>
            </a:extLst>
          </p:cNvPr>
          <p:cNvSpPr txBox="1"/>
          <p:nvPr/>
        </p:nvSpPr>
        <p:spPr>
          <a:xfrm>
            <a:off x="685800" y="5462808"/>
            <a:ext cx="64694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Gerekli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kütüphaneler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yardımı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vektör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toplanıldı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Kütüphanelerin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bilgisayarda</a:t>
            </a:r>
            <a:r>
              <a:rPr lang="en-US" dirty="0">
                <a:solidFill>
                  <a:schemeClr val="bg1"/>
                </a:solidFill>
              </a:rPr>
              <a:t> problem </a:t>
            </a:r>
            <a:r>
              <a:rPr lang="en-US" dirty="0" err="1">
                <a:solidFill>
                  <a:schemeClr val="bg1"/>
                </a:solidFill>
              </a:rPr>
              <a:t>oluşturmaması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önce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yüklü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olmadığı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kontrol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edilip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yüklendi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Tüm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kütüphaneler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projeye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edildi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Verideki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yazılar</a:t>
            </a:r>
            <a:r>
              <a:rPr lang="en-US" dirty="0">
                <a:solidFill>
                  <a:schemeClr val="bg1"/>
                </a:solidFill>
              </a:rPr>
              <a:t> corpus </a:t>
            </a:r>
            <a:r>
              <a:rPr lang="en-US" dirty="0" err="1">
                <a:solidFill>
                  <a:schemeClr val="bg1"/>
                </a:solidFill>
              </a:rPr>
              <a:t>değişkenine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kolay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analiz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edilmesi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amacıyla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atandı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VCorpus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fonksiyonu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değişkenleri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içerisinde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sınıflara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ayırır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kolaylık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sağlar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DBF06EC4-3E11-6CB0-7C82-2E3CFD1946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380"/>
          <a:stretch/>
        </p:blipFill>
        <p:spPr>
          <a:xfrm>
            <a:off x="8450982" y="5687903"/>
            <a:ext cx="3890776" cy="1982106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6770A6C0-906E-93A7-8E83-D60D9F2D5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1448" y="5656342"/>
            <a:ext cx="3944779" cy="914528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51AD4B7F-CF47-FEB8-1824-D0B4A895B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5735" y="6719064"/>
            <a:ext cx="3944779" cy="786834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AA72BF44-9EBF-417D-F693-9F768886F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432" y="2533466"/>
            <a:ext cx="6403899" cy="1197477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B32550AE-3FE5-99B1-D8B1-EAE99BB731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7297" y="3986228"/>
            <a:ext cx="6392167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8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  <p:txBody>
            <a:bodyPr/>
            <a:lstStyle/>
            <a:p>
              <a:endParaRPr lang="tr-TR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74329" y="743208"/>
            <a:ext cx="33224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ANALİZ </a:t>
            </a:r>
            <a:r>
              <a:rPr lang="tr-TR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  <a:r>
              <a:rPr lang="en-US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  <a:endParaRPr lang="tr-TR" sz="1500" spc="450" noProof="0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9866" y="2443093"/>
            <a:ext cx="679633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ANALİZ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6532" y="5133975"/>
            <a:ext cx="1084826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noProof="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MODELLEME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METİN MADENCİLİĞİ İÇİN GEREKLİ KELİME BULUTU, TEKLİ VE ÇOKLU FREKANSLAR VB. ANALİZLERİN YAPILMASI</a:t>
            </a:r>
            <a:endParaRPr lang="tr-TR" sz="1350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9931432" y="82296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noProof="0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E52B253D-5CB9-5031-5D99-27373C12F956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D7DBAEB6-75AA-A916-4129-8A3FBE7E158B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4EA52910-C122-69BE-C00D-33B72970D35F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9394-3596-3AF1-2FF9-9DF69156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15E8EF-ED27-4DF1-AE00-728D9CDDA73C}"/>
              </a:ext>
            </a:extLst>
          </p:cNvPr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6E95CC-CB4B-E149-67B1-6BE0C7F6E9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49654C0-473C-E18E-8D38-3BF05045D61C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B46089-08A3-6D8F-FBA9-E3361AE4E074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3C48FCD-FD17-0235-BEAC-5E3236E8066F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BCA2ED9-7F2E-D6AB-6C46-DA8B015C8551}"/>
              </a:ext>
            </a:extLst>
          </p:cNvPr>
          <p:cNvSpPr txBox="1"/>
          <p:nvPr/>
        </p:nvSpPr>
        <p:spPr>
          <a:xfrm>
            <a:off x="13950571" y="767106"/>
            <a:ext cx="361291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MODELLEME - 9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BEA9749-2565-1C69-8CF9-E845D5ADC1C4}"/>
              </a:ext>
            </a:extLst>
          </p:cNvPr>
          <p:cNvSpPr txBox="1"/>
          <p:nvPr/>
        </p:nvSpPr>
        <p:spPr>
          <a:xfrm>
            <a:off x="777219" y="2556382"/>
            <a:ext cx="9111494" cy="149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 KODLARI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4D4F6845-0C59-087B-BC8F-AC8EDCADC9BF}"/>
              </a:ext>
            </a:extLst>
          </p:cNvPr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0DAC7B95-7256-14B9-EC1F-09CDFBE10232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F7A324D-07E5-98BD-CA25-F89A2F96587A}"/>
              </a:ext>
            </a:extLst>
          </p:cNvPr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FREKANS TABLOSU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DB7511C-AA60-9CAC-8AB7-A6A017415127}"/>
              </a:ext>
            </a:extLst>
          </p:cNvPr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(METİN) VERİLERİ STOPWORDS VE İSTENMEYEN KELİMELERDEN ARINDIRILDIKTAN SONRA YAPILAN MODELLER VE ANALİZLER</a:t>
            </a: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DD3FA8B3-B29F-32E4-2410-1C223BFF9671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42C3332F-ECDF-55F5-8E98-08C0549A4BB3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31879DE5-0DDB-1FF5-9B64-480C595E4160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D88D20E5-EDB2-7B64-9C1D-5D29417CDC17}"/>
              </a:ext>
            </a:extLst>
          </p:cNvPr>
          <p:cNvSpPr txBox="1"/>
          <p:nvPr/>
        </p:nvSpPr>
        <p:spPr>
          <a:xfrm>
            <a:off x="777219" y="4394395"/>
            <a:ext cx="5881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Yorumlar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gerekli</a:t>
            </a:r>
            <a:r>
              <a:rPr lang="en-US" dirty="0">
                <a:solidFill>
                  <a:schemeClr val="bg1"/>
                </a:solidFill>
              </a:rPr>
              <a:t> model </a:t>
            </a:r>
            <a:r>
              <a:rPr lang="en-US" dirty="0" err="1">
                <a:solidFill>
                  <a:schemeClr val="bg1"/>
                </a:solidFill>
              </a:rPr>
              <a:t>kodlarını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Frekans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Analizi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Kelime</a:t>
            </a:r>
            <a:r>
              <a:rPr lang="en-US" dirty="0">
                <a:solidFill>
                  <a:schemeClr val="bg1"/>
                </a:solidFill>
              </a:rPr>
              <a:t> Bulut </a:t>
            </a:r>
            <a:r>
              <a:rPr lang="en-US" dirty="0" err="1">
                <a:solidFill>
                  <a:schemeClr val="bg1"/>
                </a:solidFill>
              </a:rPr>
              <a:t>Analizleri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N-GRAM (4’lü)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Duygu </a:t>
            </a:r>
            <a:r>
              <a:rPr lang="en-US" dirty="0" err="1">
                <a:solidFill>
                  <a:schemeClr val="bg1"/>
                </a:solidFill>
              </a:rPr>
              <a:t>Analizi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4BC24525-8D82-DD28-BD91-55974506B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0671" y="1025910"/>
            <a:ext cx="6061553" cy="9070590"/>
          </a:xfrm>
          <a:prstGeom prst="rect">
            <a:avLst/>
          </a:prstGeom>
        </p:spPr>
      </p:pic>
      <p:sp>
        <p:nvSpPr>
          <p:cNvPr id="35" name="Freeform 35">
            <a:extLst>
              <a:ext uri="{FF2B5EF4-FFF2-40B4-BE49-F238E27FC236}">
                <a16:creationId xmlns:a16="http://schemas.microsoft.com/office/drawing/2014/main" id="{6782B7B3-0B5D-E5BF-A13C-6D5316E69943}"/>
              </a:ext>
            </a:extLst>
          </p:cNvPr>
          <p:cNvSpPr/>
          <p:nvPr/>
        </p:nvSpPr>
        <p:spPr>
          <a:xfrm>
            <a:off x="15645415" y="720090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FD65F958-D47C-ECE3-1027-2DD220BC4B8A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1308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EED76-F673-E9FA-8BC6-E3C79CFB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48849D-5BBF-295D-FFDC-073826AEBE2F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641AFC-8525-86BE-FF13-EFD8069C56AB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  <p:txBody>
            <a:bodyPr/>
            <a:lstStyle/>
            <a:p>
              <a:endParaRPr lang="tr-TR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BC6BB44-4A99-1532-09AF-72B4E0106CC4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12DBF04-2F65-CA82-3407-D8329C016953}"/>
              </a:ext>
            </a:extLst>
          </p:cNvPr>
          <p:cNvSpPr txBox="1"/>
          <p:nvPr/>
        </p:nvSpPr>
        <p:spPr>
          <a:xfrm>
            <a:off x="14188313" y="777382"/>
            <a:ext cx="33224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DEĞERLENDİRME</a:t>
            </a:r>
            <a:r>
              <a:rPr lang="en-US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tr-TR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  <a:r>
              <a:rPr lang="en-US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10</a:t>
            </a:r>
            <a:endParaRPr lang="tr-TR" sz="1500" spc="450" noProof="0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0A9B23-5E57-BA83-77F2-655534C882F1}"/>
              </a:ext>
            </a:extLst>
          </p:cNvPr>
          <p:cNvSpPr txBox="1"/>
          <p:nvPr/>
        </p:nvSpPr>
        <p:spPr>
          <a:xfrm>
            <a:off x="899866" y="2443093"/>
            <a:ext cx="679633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ANALİZ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2C7608-54FB-8C37-984A-D38C4B2364CD}"/>
              </a:ext>
            </a:extLst>
          </p:cNvPr>
          <p:cNvSpPr txBox="1"/>
          <p:nvPr/>
        </p:nvSpPr>
        <p:spPr>
          <a:xfrm>
            <a:off x="886532" y="5133975"/>
            <a:ext cx="1145786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noProof="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YORUMLAMA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8F4C3A3-8549-47E9-30FB-9BA568FCA241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E0B6B3B-E7E8-EF82-A402-47170BB05E33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 noProof="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EC88DB0-A66A-191E-DD83-772D4968A7A8}"/>
              </a:ext>
            </a:extLst>
          </p:cNvPr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METİN MADENCİLİĞİ İÇİN GEREKLİ KELİME BULUTU, TEKLİ VE ÇOKLU FREKANSLAR VB. ANALİZLERİN YORUMLARI</a:t>
            </a:r>
            <a:endParaRPr lang="tr-TR" sz="1350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CF16A1C-C36A-7612-81E3-96B118B9DF49}"/>
              </a:ext>
            </a:extLst>
          </p:cNvPr>
          <p:cNvSpPr/>
          <p:nvPr/>
        </p:nvSpPr>
        <p:spPr>
          <a:xfrm>
            <a:off x="9931432" y="82296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noProof="0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22016608-CCF0-423D-566F-F86D9E03E724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65FC7CAE-ADB6-F2B0-06D6-04E9638F514A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37AE6749-8CA6-C265-A16E-C22253755335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04869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3950571" y="767106"/>
            <a:ext cx="361291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FREKANS YORUMU - 11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19" y="2556382"/>
            <a:ext cx="9111494" cy="302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 ÇOK TEKRAR EDEN 20 KELİME</a:t>
            </a:r>
          </a:p>
        </p:txBody>
      </p:sp>
      <p:sp>
        <p:nvSpPr>
          <p:cNvPr id="22" name="AutoShape 22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FREKANS TABLOSU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KELİMELER STOPWORDS VE ANLAMSIZ KELİMELERDEN ARINDIRILDIKTAN SONRA EN ÇOK TEKRAR EDEN 20 KELİME</a:t>
            </a: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69B7098C-1ECC-4919-5827-85B19F98EE62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E3063707-2A94-51D6-D6C2-CF624ADAE4F2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C3D7780B-C6CB-DB39-05E2-7131F48993E7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85D6FE8B-952B-8258-912A-F56C0C7E076B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6C120C97-365F-6717-8FAA-AC40C2B2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891" y="1569612"/>
            <a:ext cx="7791908" cy="6067630"/>
          </a:xfrm>
          <a:prstGeom prst="rect">
            <a:avLst/>
          </a:prstGeom>
        </p:spPr>
      </p:pic>
      <p:sp>
        <p:nvSpPr>
          <p:cNvPr id="35" name="Freeform 35"/>
          <p:cNvSpPr/>
          <p:nvPr/>
        </p:nvSpPr>
        <p:spPr>
          <a:xfrm>
            <a:off x="15645415" y="720090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81AED45-7BB1-0D3D-FDFB-432ABE30BFF4}"/>
              </a:ext>
            </a:extLst>
          </p:cNvPr>
          <p:cNvSpPr txBox="1"/>
          <p:nvPr/>
        </p:nvSpPr>
        <p:spPr>
          <a:xfrm>
            <a:off x="899867" y="5829300"/>
            <a:ext cx="58819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İLK 3 KELİME: USING, TRYING, CODE, vb.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Herhangi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dilde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yazılan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koddaki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fonksiyon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kütüphane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gibi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özelliklerin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nasıl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kullanılacağı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deneneceği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soruluyor</a:t>
            </a:r>
            <a:r>
              <a:rPr lang="en-US" dirty="0">
                <a:solidFill>
                  <a:schemeClr val="bg1"/>
                </a:solidFill>
              </a:rPr>
              <a:t>. Bu </a:t>
            </a:r>
            <a:r>
              <a:rPr lang="en-US" dirty="0" err="1">
                <a:solidFill>
                  <a:schemeClr val="bg1"/>
                </a:solidFill>
              </a:rPr>
              <a:t>kelimenin</a:t>
            </a:r>
            <a:r>
              <a:rPr lang="en-US" dirty="0">
                <a:solidFill>
                  <a:schemeClr val="bg1"/>
                </a:solidFill>
              </a:rPr>
              <a:t> ilk </a:t>
            </a:r>
            <a:r>
              <a:rPr lang="en-US" dirty="0" err="1">
                <a:solidFill>
                  <a:schemeClr val="bg1"/>
                </a:solidFill>
              </a:rPr>
              <a:t>sırada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olması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sitenin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amacıyla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uyuşuyor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3E64-6B07-F04A-A99E-49F8BDF2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DDBE7C-BCBB-BEFC-A082-5B86FD4314B2}"/>
              </a:ext>
            </a:extLst>
          </p:cNvPr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5FC80F-45DA-1EB8-8265-18DAA49F1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E9C3C24-0ABA-FF5C-896B-A1D85897C1B0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8035011-7D66-B706-7977-951366030079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924921-A448-5F09-5447-D0FDBF576A5F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2E8A2F9-B5AB-CF28-9842-1ABF68B58622}"/>
              </a:ext>
            </a:extLst>
          </p:cNvPr>
          <p:cNvSpPr txBox="1"/>
          <p:nvPr/>
        </p:nvSpPr>
        <p:spPr>
          <a:xfrm>
            <a:off x="13950571" y="767106"/>
            <a:ext cx="361291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GEREKLİ ANALİZLER- 12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FCBC65-88A0-2067-F0E3-DAD09EF57AF7}"/>
              </a:ext>
            </a:extLst>
          </p:cNvPr>
          <p:cNvSpPr txBox="1"/>
          <p:nvPr/>
        </p:nvSpPr>
        <p:spPr>
          <a:xfrm>
            <a:off x="777219" y="2556382"/>
            <a:ext cx="9111494" cy="302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TEKRAR SAYISINA GÖRE BOYUT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F743DD7-B7EC-AE51-70DE-E97EDF065062}"/>
              </a:ext>
            </a:extLst>
          </p:cNvPr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465FB05E-AD2E-AA35-D1AF-2A9C6C56670B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D3F0DB1-5052-33A0-1914-05FEF49AF8CF}"/>
              </a:ext>
            </a:extLst>
          </p:cNvPr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KELİME BULUTLARI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A8C295-8475-9FE0-67F5-D13C43B404A1}"/>
              </a:ext>
            </a:extLst>
          </p:cNvPr>
          <p:cNvSpPr txBox="1"/>
          <p:nvPr/>
        </p:nvSpPr>
        <p:spPr>
          <a:xfrm>
            <a:off x="886532" y="8849026"/>
            <a:ext cx="7204003" cy="8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KELİMELER STOPWORDS VE ANLAMSIZ KELİMELERDEN ARINDIRILDIKTAN SONRA EN ÇOK TEKRAR EDEN KELİMELERİN KELİME BULUTU ÇOK FAZLA SAYIDA KELİME GÖRÜNEBİLİR. TEKRAR SAYISI KELİMENİN BOYUTUNU ARTTIRIR.</a:t>
            </a: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B48F5388-9282-4B98-D078-4374FE7E261D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1A81F97C-7824-823E-40DB-C00138C61418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29E152A2-26C7-2F1B-EA01-5821FF548A9A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76CC0E26-E32C-0316-8D99-4810553AFC18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E19B526B-94E5-7B70-667C-A4AB3A3C469A}"/>
              </a:ext>
            </a:extLst>
          </p:cNvPr>
          <p:cNvSpPr/>
          <p:nvPr/>
        </p:nvSpPr>
        <p:spPr>
          <a:xfrm>
            <a:off x="15645415" y="720090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0B3F8E2-B927-6D08-FB46-A0691943BF80}"/>
              </a:ext>
            </a:extLst>
          </p:cNvPr>
          <p:cNvSpPr txBox="1"/>
          <p:nvPr/>
        </p:nvSpPr>
        <p:spPr>
          <a:xfrm>
            <a:off x="899867" y="5829300"/>
            <a:ext cx="588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B8BADEC-208E-F3FB-E8BE-6BBBC072C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655" y="1226831"/>
            <a:ext cx="5038126" cy="3921363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2B756B04-33F5-330C-B446-04A5F36A492C}"/>
              </a:ext>
            </a:extLst>
          </p:cNvPr>
          <p:cNvSpPr txBox="1"/>
          <p:nvPr/>
        </p:nvSpPr>
        <p:spPr>
          <a:xfrm>
            <a:off x="665175" y="5644023"/>
            <a:ext cx="7646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Frekans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tablosu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aynı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yapılabilir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Boyuta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faktör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tekrar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sayısıdır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Ne </a:t>
            </a:r>
            <a:r>
              <a:rPr lang="en-US" dirty="0" err="1">
                <a:solidFill>
                  <a:schemeClr val="bg1"/>
                </a:solidFill>
              </a:rPr>
              <a:t>kadar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fazla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tekrar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sayısı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varsa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boyut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kadar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büyüktür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Frekans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tablosuna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fazla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sayıda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kelime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içerir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yapılabilir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289E0EF5-67F1-3888-8895-A731CB55F6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871" t="19843" r="26876" b="21686"/>
          <a:stretch/>
        </p:blipFill>
        <p:spPr>
          <a:xfrm>
            <a:off x="9573655" y="5203593"/>
            <a:ext cx="5038125" cy="494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5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5BF1-02D0-6FB5-3236-67A0D65A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7650F5-3B0E-94C5-C991-F8348E12610F}"/>
              </a:ext>
            </a:extLst>
          </p:cNvPr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D9040A-94C6-DA2B-DC9D-98E16FBE9B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42ED29F-5446-6041-3E2F-36BB91364311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FB79BA-EED7-3928-E76D-1247177BFC4F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FA5257B-C2BE-FE37-CA83-E611CFA28C6F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0DF2FDE-EA45-8B2C-D0F8-AB6D57F7965F}"/>
              </a:ext>
            </a:extLst>
          </p:cNvPr>
          <p:cNvSpPr txBox="1"/>
          <p:nvPr/>
        </p:nvSpPr>
        <p:spPr>
          <a:xfrm>
            <a:off x="13950571" y="767106"/>
            <a:ext cx="361291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GEREKLİ ANALİZLER- 13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1574322-C4F3-7DD0-17E3-B4CAD8CB7F89}"/>
              </a:ext>
            </a:extLst>
          </p:cNvPr>
          <p:cNvSpPr txBox="1"/>
          <p:nvPr/>
        </p:nvSpPr>
        <p:spPr>
          <a:xfrm>
            <a:off x="777219" y="2556382"/>
            <a:ext cx="9111494" cy="302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4’LÜ KELİME TEKRAR ANALİZİ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BA002BD-CBC2-5A54-C947-62329ABD60AE}"/>
              </a:ext>
            </a:extLst>
          </p:cNvPr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E1C31204-D6CB-7306-DD70-3DC668A64BC0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69367BD-E81F-0FC6-F4E2-FB87AD062345}"/>
              </a:ext>
            </a:extLst>
          </p:cNvPr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N-GRAM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6EEBCAD-86A6-2095-057C-83F7E30279B3}"/>
              </a:ext>
            </a:extLst>
          </p:cNvPr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KELİMELER STOPWORDS VE ANLAMSIZ KELİMELERDEN ARINDIRILDIKTAN SONRA EN ÇOK TEKRAR EDEN 4’LÜ 20 KELİME GRUBUNUN FREKANS TABLOSU</a:t>
            </a: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B59AEC28-8B0B-BDF8-4BB5-969584E31B0E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F1979BA7-4481-325B-3521-1E7A3A840C4B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1C8D1FB8-7136-9F12-F1DD-041AF2CA1FE2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043D6AB-9D1C-4E22-C732-78F5EED8B5DA}"/>
              </a:ext>
            </a:extLst>
          </p:cNvPr>
          <p:cNvSpPr txBox="1"/>
          <p:nvPr/>
        </p:nvSpPr>
        <p:spPr>
          <a:xfrm>
            <a:off x="899867" y="5829300"/>
            <a:ext cx="588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BCB4047A-0297-4C04-2278-477BD157BC11}"/>
              </a:ext>
            </a:extLst>
          </p:cNvPr>
          <p:cNvSpPr txBox="1"/>
          <p:nvPr/>
        </p:nvSpPr>
        <p:spPr>
          <a:xfrm>
            <a:off x="665175" y="5644023"/>
            <a:ext cx="76467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Diğer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yöntemlere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tutarlı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kolay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yapılabilir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En </a:t>
            </a:r>
            <a:r>
              <a:rPr lang="en-US" dirty="0" err="1">
                <a:solidFill>
                  <a:schemeClr val="bg1"/>
                </a:solidFill>
              </a:rPr>
              <a:t>çok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tekrar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birbirine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bağlı</a:t>
            </a:r>
            <a:r>
              <a:rPr lang="en-US" dirty="0">
                <a:solidFill>
                  <a:schemeClr val="bg1"/>
                </a:solidFill>
              </a:rPr>
              <a:t> 4 </a:t>
            </a:r>
            <a:r>
              <a:rPr lang="en-US" dirty="0" err="1">
                <a:solidFill>
                  <a:schemeClr val="bg1"/>
                </a:solidFill>
              </a:rPr>
              <a:t>kelimeyi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ifade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eder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Örnek </a:t>
            </a:r>
            <a:r>
              <a:rPr lang="en-US" dirty="0" err="1">
                <a:solidFill>
                  <a:schemeClr val="bg1"/>
                </a:solidFill>
              </a:rPr>
              <a:t>Yorumlar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Kullanıcıların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çok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sorduğu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şeyi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denerken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yaşadığı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durumu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ifade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etmeye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çalıştığını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gösteriyor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Bir </a:t>
            </a:r>
            <a:r>
              <a:rPr lang="en-US" dirty="0" err="1">
                <a:solidFill>
                  <a:schemeClr val="bg1"/>
                </a:solidFill>
              </a:rPr>
              <a:t>şeyi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nasıl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istediklerini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ne </a:t>
            </a:r>
            <a:r>
              <a:rPr lang="en-US" dirty="0" err="1">
                <a:solidFill>
                  <a:schemeClr val="bg1"/>
                </a:solidFill>
              </a:rPr>
              <a:t>üzerinde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çalıştığını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tanımlayıp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soruyu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üzerine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soruları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gösteriyor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93E56A01-2559-5441-99FE-1324A988A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748" y="1558964"/>
            <a:ext cx="9302670" cy="7244074"/>
          </a:xfrm>
          <a:prstGeom prst="rect">
            <a:avLst/>
          </a:prstGeom>
        </p:spPr>
      </p:pic>
      <p:sp>
        <p:nvSpPr>
          <p:cNvPr id="39" name="TextBox 11">
            <a:extLst>
              <a:ext uri="{FF2B5EF4-FFF2-40B4-BE49-F238E27FC236}">
                <a16:creationId xmlns:a16="http://schemas.microsoft.com/office/drawing/2014/main" id="{94F00AFA-F85E-CA16-BD12-1581BA745050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3FB5A49-9602-7AC6-5ED5-D868E90AEAC4}"/>
              </a:ext>
            </a:extLst>
          </p:cNvPr>
          <p:cNvSpPr/>
          <p:nvPr/>
        </p:nvSpPr>
        <p:spPr>
          <a:xfrm>
            <a:off x="15645415" y="720090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2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0A92-4846-303D-175B-E57FF7AC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EC3A0E-A31A-C99B-E3E1-2DFD07A9BE74}"/>
              </a:ext>
            </a:extLst>
          </p:cNvPr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81A64D-85D1-14A8-1255-B3FC09D9C8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51D1C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493071F-3CB2-47CD-5C71-21A371B42873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94D3FD5-8ED9-C24E-8AFA-BE80C3B50ABB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789F015-DF11-9E6E-C2CA-A29F2F0283A2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A1A612A-72A1-7B97-EC9E-0AB139595F19}"/>
              </a:ext>
            </a:extLst>
          </p:cNvPr>
          <p:cNvSpPr txBox="1"/>
          <p:nvPr/>
        </p:nvSpPr>
        <p:spPr>
          <a:xfrm>
            <a:off x="13950571" y="767106"/>
            <a:ext cx="3612915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GEREKLİ ANALİZLER- 14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CA694F-A32B-9D14-E2CE-030E57C07E47}"/>
              </a:ext>
            </a:extLst>
          </p:cNvPr>
          <p:cNvSpPr txBox="1"/>
          <p:nvPr/>
        </p:nvSpPr>
        <p:spPr>
          <a:xfrm>
            <a:off x="777219" y="2556382"/>
            <a:ext cx="9111494" cy="149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DUYGU ANALİZİ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014F203-A123-1451-27F1-7A519CF117D6}"/>
              </a:ext>
            </a:extLst>
          </p:cNvPr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49E4A702-17C6-6EEB-5D58-FB00E7F5616F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27EA12A-2F72-2F64-4B76-E3792B1DB388}"/>
              </a:ext>
            </a:extLst>
          </p:cNvPr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KELİME BULUTLARI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0029837-0D26-6E3A-0322-8B5BCE2BFAE6}"/>
              </a:ext>
            </a:extLst>
          </p:cNvPr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KELİMELER STOPWORDS VE ANLAMSIZ KELİMELERDEN ARINDIRILDIKTAN SONRA EN ÇOK TEKRAR EDEN 20 KELİME</a:t>
            </a: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1909D6A6-A189-38A0-7F02-FC50A3B07D4C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E3A356EF-78AF-BC2C-18C5-39010C36FDD2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82C4C6BC-47E3-B5E1-F1A0-5E7CE9B080F9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E80267AB-C1D9-8B1C-1A50-60040A707A06}"/>
              </a:ext>
            </a:extLst>
          </p:cNvPr>
          <p:cNvSpPr txBox="1"/>
          <p:nvPr/>
        </p:nvSpPr>
        <p:spPr>
          <a:xfrm>
            <a:off x="899867" y="5829300"/>
            <a:ext cx="588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01A814FC-087A-6224-BAB2-02138FFB250D}"/>
              </a:ext>
            </a:extLst>
          </p:cNvPr>
          <p:cNvSpPr txBox="1"/>
          <p:nvPr/>
        </p:nvSpPr>
        <p:spPr>
          <a:xfrm>
            <a:off x="443819" y="4046918"/>
            <a:ext cx="76467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 </a:t>
            </a:r>
            <a:r>
              <a:rPr lang="en-US" dirty="0" err="1">
                <a:solidFill>
                  <a:schemeClr val="bg1"/>
                </a:solidFill>
              </a:rPr>
              <a:t>yorumlama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yönteminde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kelime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grubunun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olumlu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olumsuz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türde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yorumlamasını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Negatif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çokluğu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çoğu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kullanıcının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kısmında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yaşadığı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problemini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hatasını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Pozitif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kelimelerin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azlığı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sorduğu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soruların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kodunun</a:t>
            </a:r>
            <a:r>
              <a:rPr lang="en-US" dirty="0">
                <a:solidFill>
                  <a:schemeClr val="bg1"/>
                </a:solidFill>
              </a:rPr>
              <a:t> iyi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çalıştığını</a:t>
            </a:r>
            <a:r>
              <a:rPr lang="en-US" dirty="0">
                <a:solidFill>
                  <a:schemeClr val="bg1"/>
                </a:solidFill>
              </a:rPr>
              <a:t> ama </a:t>
            </a:r>
            <a:r>
              <a:rPr lang="en-US" dirty="0" err="1">
                <a:solidFill>
                  <a:schemeClr val="bg1"/>
                </a:solidFill>
              </a:rPr>
              <a:t>birkaç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aldığını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Bazı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kelimeler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farklı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anlamlar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taşıyabilir</a:t>
            </a:r>
            <a:r>
              <a:rPr lang="en-US" dirty="0">
                <a:solidFill>
                  <a:schemeClr val="bg1"/>
                </a:solidFill>
              </a:rPr>
              <a:t>. Correctly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perfectly </a:t>
            </a:r>
            <a:r>
              <a:rPr lang="en-US" dirty="0" err="1">
                <a:solidFill>
                  <a:schemeClr val="bg1"/>
                </a:solidFill>
              </a:rPr>
              <a:t>gibi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kelimerle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olumsuz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cümleler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kurulabilir</a:t>
            </a:r>
            <a:r>
              <a:rPr lang="en-US" dirty="0">
                <a:solidFill>
                  <a:schemeClr val="bg1"/>
                </a:solidFill>
              </a:rPr>
              <a:t>. Bu </a:t>
            </a:r>
            <a:r>
              <a:rPr lang="en-US" dirty="0" err="1">
                <a:solidFill>
                  <a:schemeClr val="bg1"/>
                </a:solidFill>
              </a:rPr>
              <a:t>koşul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yorum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yaparsak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bazen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kodlarının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doğru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başarılı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çalıştığı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bazen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tamamen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hatalı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olduğunu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gösterir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F0E31A4D-5FAD-8599-B157-296A91F98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1891" y="1725706"/>
            <a:ext cx="9805502" cy="7635633"/>
          </a:xfrm>
          <a:prstGeom prst="rect">
            <a:avLst/>
          </a:prstGeom>
        </p:spPr>
      </p:pic>
      <p:sp>
        <p:nvSpPr>
          <p:cNvPr id="39" name="TextBox 11">
            <a:extLst>
              <a:ext uri="{FF2B5EF4-FFF2-40B4-BE49-F238E27FC236}">
                <a16:creationId xmlns:a16="http://schemas.microsoft.com/office/drawing/2014/main" id="{16E26BAB-0E82-0C37-62B3-EA66E76FC737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62DF576-D737-7B48-34C0-6A20BE0059A8}"/>
              </a:ext>
            </a:extLst>
          </p:cNvPr>
          <p:cNvSpPr/>
          <p:nvPr/>
        </p:nvSpPr>
        <p:spPr>
          <a:xfrm>
            <a:off x="15645415" y="7200900"/>
            <a:ext cx="3502724" cy="4114800"/>
          </a:xfrm>
          <a:custGeom>
            <a:avLst/>
            <a:gdLst/>
            <a:ahLst/>
            <a:cxnLst/>
            <a:rect l="l" t="t" r="r" b="b"/>
            <a:pathLst>
              <a:path w="3502724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7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18B71-4098-17B6-8D44-553C6CE2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949CFC-3B19-550C-DD6B-A7313600A186}"/>
              </a:ext>
            </a:extLst>
          </p:cNvPr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54286F-CD7F-544C-0961-99F3917F660A}"/>
                </a:ext>
              </a:extLst>
            </p:cNvPr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  <p:txBody>
            <a:bodyPr/>
            <a:lstStyle/>
            <a:p>
              <a:endParaRPr lang="tr-TR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EB250A-66EE-2F21-2FFA-F3D218C24624}"/>
                </a:ext>
              </a:extLst>
            </p:cNvPr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 noProof="0"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745F11B-A748-5ED6-4055-D3AAF9D19A19}"/>
              </a:ext>
            </a:extLst>
          </p:cNvPr>
          <p:cNvSpPr txBox="1"/>
          <p:nvPr/>
        </p:nvSpPr>
        <p:spPr>
          <a:xfrm>
            <a:off x="14074329" y="743208"/>
            <a:ext cx="33224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YAYILIM </a:t>
            </a:r>
            <a:r>
              <a:rPr lang="tr-TR" sz="1500" spc="450" noProof="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15</a:t>
            </a:r>
            <a:endParaRPr lang="tr-TR" sz="1500" spc="450" noProof="0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A6FF975-5C55-27F8-5421-CD32EB67D418}"/>
              </a:ext>
            </a:extLst>
          </p:cNvPr>
          <p:cNvSpPr txBox="1"/>
          <p:nvPr/>
        </p:nvSpPr>
        <p:spPr>
          <a:xfrm>
            <a:off x="899866" y="2443093"/>
            <a:ext cx="7558334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noProof="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YAYILIM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3216F2A-06AF-E9D6-351E-342C41ECD39D}"/>
              </a:ext>
            </a:extLst>
          </p:cNvPr>
          <p:cNvSpPr txBox="1"/>
          <p:nvPr/>
        </p:nvSpPr>
        <p:spPr>
          <a:xfrm>
            <a:off x="886532" y="5133975"/>
            <a:ext cx="1503926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 spc="450" noProof="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SUNUM - RAPOR</a:t>
            </a:r>
            <a:endParaRPr lang="tr-TR" sz="18000" spc="450" noProof="0" dirty="0">
              <a:solidFill>
                <a:srgbClr val="D2BDB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F0A3E2B-7E70-4C9E-8155-FC8A441EAF7A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A27CCF66-BE2E-670C-322A-6AE6814563F7}"/>
              </a:ext>
            </a:extLst>
          </p:cNvPr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 noProof="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4A88425-3157-C863-D919-B50DF4B46E03}"/>
              </a:ext>
            </a:extLst>
          </p:cNvPr>
          <p:cNvSpPr txBox="1"/>
          <p:nvPr/>
        </p:nvSpPr>
        <p:spPr>
          <a:xfrm>
            <a:off x="886532" y="8849026"/>
            <a:ext cx="7204003" cy="58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TOPLUMA SUNMAK AMACIYLA ANALİZLERDEN SONRA GEREKLİ SUNUM VEYA RAPORUN HAZIRLANMASIDIR.</a:t>
            </a:r>
            <a:endParaRPr lang="tr-TR" sz="1350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89D8F9E-E1CF-9FC7-CEFA-B357A2E65CF4}"/>
              </a:ext>
            </a:extLst>
          </p:cNvPr>
          <p:cNvSpPr/>
          <p:nvPr/>
        </p:nvSpPr>
        <p:spPr>
          <a:xfrm>
            <a:off x="9931432" y="8229600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noProof="0" dirty="0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831C5916-7BC2-373F-BA4F-E8D54E73CB0C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718A8676-67EA-1124-8089-BE1CCD8C5386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9D1B0EB0-3275-C3DD-4E40-48E1C3E770DA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285980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78364" y="4915392"/>
            <a:ext cx="396286" cy="44199"/>
            <a:chOff x="0" y="0"/>
            <a:chExt cx="528382" cy="58932"/>
          </a:xfrm>
        </p:grpSpPr>
        <p:sp>
          <p:nvSpPr>
            <p:cNvPr id="3" name="Freeform 3"/>
            <p:cNvSpPr/>
            <p:nvPr/>
          </p:nvSpPr>
          <p:spPr>
            <a:xfrm>
              <a:off x="-3302" y="-3556"/>
              <a:ext cx="531114" cy="62230"/>
            </a:xfrm>
            <a:custGeom>
              <a:avLst/>
              <a:gdLst/>
              <a:ahLst/>
              <a:cxnLst/>
              <a:rect l="l" t="t" r="r" b="b"/>
              <a:pathLst>
                <a:path w="531114" h="62230">
                  <a:moveTo>
                    <a:pt x="516128" y="14859"/>
                  </a:moveTo>
                  <a:lnTo>
                    <a:pt x="143383" y="14859"/>
                  </a:lnTo>
                  <a:cubicBezTo>
                    <a:pt x="134874" y="14859"/>
                    <a:pt x="128016" y="21717"/>
                    <a:pt x="128016" y="30226"/>
                  </a:cubicBezTo>
                  <a:lnTo>
                    <a:pt x="128016" y="31750"/>
                  </a:lnTo>
                  <a:cubicBezTo>
                    <a:pt x="128016" y="40005"/>
                    <a:pt x="134747" y="46736"/>
                    <a:pt x="143002" y="46736"/>
                  </a:cubicBezTo>
                  <a:cubicBezTo>
                    <a:pt x="143129" y="46736"/>
                    <a:pt x="143256" y="46736"/>
                    <a:pt x="143256" y="46736"/>
                  </a:cubicBezTo>
                  <a:lnTo>
                    <a:pt x="516128" y="46736"/>
                  </a:lnTo>
                  <a:cubicBezTo>
                    <a:pt x="524383" y="46736"/>
                    <a:pt x="531114" y="40005"/>
                    <a:pt x="531114" y="31750"/>
                  </a:cubicBezTo>
                  <a:cubicBezTo>
                    <a:pt x="531114" y="23495"/>
                    <a:pt x="524383" y="16637"/>
                    <a:pt x="516128" y="16383"/>
                  </a:cubicBezTo>
                  <a:moveTo>
                    <a:pt x="38862" y="3683"/>
                  </a:moveTo>
                  <a:cubicBezTo>
                    <a:pt x="22987" y="0"/>
                    <a:pt x="7112" y="9906"/>
                    <a:pt x="3556" y="25908"/>
                  </a:cubicBezTo>
                  <a:cubicBezTo>
                    <a:pt x="0" y="41910"/>
                    <a:pt x="9906" y="57531"/>
                    <a:pt x="25781" y="61214"/>
                  </a:cubicBezTo>
                  <a:cubicBezTo>
                    <a:pt x="30099" y="62230"/>
                    <a:pt x="34544" y="62230"/>
                    <a:pt x="38862" y="61214"/>
                  </a:cubicBezTo>
                  <a:cubicBezTo>
                    <a:pt x="54610" y="57531"/>
                    <a:pt x="64643" y="41656"/>
                    <a:pt x="60960" y="25908"/>
                  </a:cubicBezTo>
                  <a:cubicBezTo>
                    <a:pt x="58420" y="14859"/>
                    <a:pt x="49911" y="6223"/>
                    <a:pt x="38862" y="3683"/>
                  </a:cubicBezTo>
                </a:path>
              </a:pathLst>
            </a:custGeom>
            <a:solidFill>
              <a:srgbClr val="1D1D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5" name="Freeform 5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4017336" y="743208"/>
            <a:ext cx="343643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SUNUM- 16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18" y="2556382"/>
            <a:ext cx="8094663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SUNUM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99867" y="8587088"/>
            <a:ext cx="4117971" cy="19050"/>
          </a:xfrm>
          <a:prstGeom prst="line">
            <a:avLst/>
          </a:prstGeom>
          <a:ln w="476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7392638" y="6555278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4" y="0"/>
                </a:lnTo>
                <a:lnTo>
                  <a:pt x="3502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86532" y="8849026"/>
            <a:ext cx="7204003" cy="279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SUNUM: İÇERİSİNDEYİZ :d</a:t>
            </a:r>
          </a:p>
        </p:txBody>
      </p:sp>
      <p:sp>
        <p:nvSpPr>
          <p:cNvPr id="15" name="AutoShape 15"/>
          <p:cNvSpPr/>
          <p:nvPr/>
        </p:nvSpPr>
        <p:spPr>
          <a:xfrm>
            <a:off x="0" y="2199194"/>
            <a:ext cx="1164797" cy="0"/>
          </a:xfrm>
          <a:prstGeom prst="line">
            <a:avLst/>
          </a:prstGeom>
          <a:ln w="38100" cap="flat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366132" y="2061082"/>
            <a:ext cx="219573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YAYILIM AŞAMASI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800" y="4207865"/>
            <a:ext cx="5638800" cy="2036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ŞUAN YAYILIM AŞAMASINDA OLAN SUNUM KISMININ İÇERİSİNDE BULUNUYORUZ. </a:t>
            </a:r>
          </a:p>
          <a:p>
            <a:pPr algn="l">
              <a:lnSpc>
                <a:spcPts val="1950"/>
              </a:lnSpc>
            </a:pPr>
            <a:endParaRPr lang="en-US" sz="135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YAYILIM AŞAMASINDA, ANALİZ SONUCUNDA BULUNAN BULGULAR SUNUM İLE GEREKLİ KURUM VEYA KİŞİLERE SUNULUR.</a:t>
            </a:r>
          </a:p>
          <a:p>
            <a:pPr algn="l">
              <a:lnSpc>
                <a:spcPts val="1950"/>
              </a:lnSpc>
            </a:pPr>
            <a:endParaRPr lang="en-US" sz="135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950"/>
              </a:lnSpc>
            </a:pPr>
            <a:r>
              <a:rPr lang="en-US" sz="13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RAPOR İLE SUNUMDA VERİLEN BİLGİLERİN DETAYLI AÇIKLAMASI VE AŞAMALARI BULUNUR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764A04A-9979-534E-9024-555178B5A4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85" y="3507284"/>
            <a:ext cx="9831473" cy="5411019"/>
          </a:xfrm>
          <a:prstGeom prst="rect">
            <a:avLst/>
          </a:prstGeom>
        </p:spPr>
      </p:pic>
      <p:pic>
        <p:nvPicPr>
          <p:cNvPr id="57" name="Resim Yer Tutucusu 56" descr="metin, ekran görüntüsü, yazılım, multimedya yazılım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C47781B-F069-05E2-BE39-E6D1D95714D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" b="1442"/>
          <a:stretch>
            <a:fillRect/>
          </a:stretch>
        </p:blipFill>
        <p:spPr/>
      </p:pic>
      <p:sp>
        <p:nvSpPr>
          <p:cNvPr id="42" name="TextBox 11">
            <a:extLst>
              <a:ext uri="{FF2B5EF4-FFF2-40B4-BE49-F238E27FC236}">
                <a16:creationId xmlns:a16="http://schemas.microsoft.com/office/drawing/2014/main" id="{E08DF736-0A5C-A6C6-751F-82F4A61997CA}"/>
              </a:ext>
            </a:extLst>
          </p:cNvPr>
          <p:cNvSpPr txBox="1"/>
          <p:nvPr/>
        </p:nvSpPr>
        <p:spPr>
          <a:xfrm>
            <a:off x="13950070" y="7648876"/>
            <a:ext cx="3737231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0"/>
              </a:lnSpc>
            </a:pPr>
            <a:r>
              <a:rPr lang="tr-TR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15000" noProof="0" dirty="0">
                <a:solidFill>
                  <a:srgbClr val="D2BDB4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  <a:endParaRPr lang="tr-TR" sz="15000" noProof="0" dirty="0">
              <a:solidFill>
                <a:srgbClr val="D2BDB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1BBEEE8A-3BC7-6901-DD22-374B5DB06CCC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DE52467A-737C-06DD-99D8-6C0315CDCAAA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EE982920-39A6-B5ED-2DF1-1A98D3B2DD41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3804" y="635385"/>
            <a:ext cx="3903496" cy="514809"/>
            <a:chOff x="0" y="0"/>
            <a:chExt cx="5204662" cy="68641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5179187" cy="661035"/>
            </a:xfrm>
            <a:custGeom>
              <a:avLst/>
              <a:gdLst/>
              <a:ahLst/>
              <a:cxnLst/>
              <a:rect l="l" t="t" r="r" b="b"/>
              <a:pathLst>
                <a:path w="5179187" h="661035">
                  <a:moveTo>
                    <a:pt x="0" y="330454"/>
                  </a:moveTo>
                  <a:cubicBezTo>
                    <a:pt x="0" y="147955"/>
                    <a:pt x="152908" y="0"/>
                    <a:pt x="341503" y="0"/>
                  </a:cubicBezTo>
                  <a:lnTo>
                    <a:pt x="4837684" y="0"/>
                  </a:lnTo>
                  <a:cubicBezTo>
                    <a:pt x="5026279" y="0"/>
                    <a:pt x="5179187" y="147955"/>
                    <a:pt x="5179187" y="330454"/>
                  </a:cubicBezTo>
                  <a:cubicBezTo>
                    <a:pt x="5179187" y="512953"/>
                    <a:pt x="5026279" y="660908"/>
                    <a:pt x="4837684" y="660908"/>
                  </a:cubicBezTo>
                  <a:lnTo>
                    <a:pt x="341503" y="660908"/>
                  </a:lnTo>
                  <a:cubicBezTo>
                    <a:pt x="152908" y="661035"/>
                    <a:pt x="0" y="513080"/>
                    <a:pt x="0" y="330454"/>
                  </a:cubicBezTo>
                  <a:close/>
                </a:path>
              </a:pathLst>
            </a:custGeom>
            <a:solidFill>
              <a:srgbClr val="D2BDB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204587" cy="686435"/>
            </a:xfrm>
            <a:custGeom>
              <a:avLst/>
              <a:gdLst/>
              <a:ahLst/>
              <a:cxnLst/>
              <a:rect l="l" t="t" r="r" b="b"/>
              <a:pathLst>
                <a:path w="5204587" h="686435">
                  <a:moveTo>
                    <a:pt x="0" y="343154"/>
                  </a:moveTo>
                  <a:cubicBezTo>
                    <a:pt x="0" y="153289"/>
                    <a:pt x="159004" y="0"/>
                    <a:pt x="354203" y="0"/>
                  </a:cubicBezTo>
                  <a:lnTo>
                    <a:pt x="4850384" y="0"/>
                  </a:lnTo>
                  <a:lnTo>
                    <a:pt x="4850384" y="12700"/>
                  </a:lnTo>
                  <a:lnTo>
                    <a:pt x="4850384" y="0"/>
                  </a:lnTo>
                  <a:cubicBezTo>
                    <a:pt x="5045583" y="0"/>
                    <a:pt x="5204587" y="153289"/>
                    <a:pt x="5204587" y="343154"/>
                  </a:cubicBezTo>
                  <a:lnTo>
                    <a:pt x="5191887" y="343154"/>
                  </a:lnTo>
                  <a:lnTo>
                    <a:pt x="5204587" y="343154"/>
                  </a:lnTo>
                  <a:lnTo>
                    <a:pt x="5191887" y="343154"/>
                  </a:lnTo>
                  <a:lnTo>
                    <a:pt x="5204587" y="343154"/>
                  </a:lnTo>
                  <a:cubicBezTo>
                    <a:pt x="5204587" y="533146"/>
                    <a:pt x="5045583" y="686308"/>
                    <a:pt x="4850384" y="686308"/>
                  </a:cubicBezTo>
                  <a:lnTo>
                    <a:pt x="4850384" y="673608"/>
                  </a:lnTo>
                  <a:lnTo>
                    <a:pt x="4850384" y="686308"/>
                  </a:lnTo>
                  <a:lnTo>
                    <a:pt x="354203" y="686308"/>
                  </a:lnTo>
                  <a:lnTo>
                    <a:pt x="354203" y="673608"/>
                  </a:lnTo>
                  <a:lnTo>
                    <a:pt x="354203" y="686308"/>
                  </a:lnTo>
                  <a:cubicBezTo>
                    <a:pt x="159004" y="686435"/>
                    <a:pt x="0" y="533146"/>
                    <a:pt x="0" y="343154"/>
                  </a:cubicBezTo>
                  <a:lnTo>
                    <a:pt x="12700" y="343154"/>
                  </a:lnTo>
                  <a:lnTo>
                    <a:pt x="0" y="343154"/>
                  </a:lnTo>
                  <a:moveTo>
                    <a:pt x="25400" y="343154"/>
                  </a:moveTo>
                  <a:lnTo>
                    <a:pt x="12700" y="343154"/>
                  </a:lnTo>
                  <a:lnTo>
                    <a:pt x="25400" y="343154"/>
                  </a:lnTo>
                  <a:cubicBezTo>
                    <a:pt x="25400" y="518287"/>
                    <a:pt x="172212" y="661035"/>
                    <a:pt x="354203" y="661035"/>
                  </a:cubicBezTo>
                  <a:lnTo>
                    <a:pt x="4850384" y="661035"/>
                  </a:lnTo>
                  <a:cubicBezTo>
                    <a:pt x="5032375" y="661035"/>
                    <a:pt x="5179187" y="518414"/>
                    <a:pt x="5179187" y="343281"/>
                  </a:cubicBezTo>
                  <a:cubicBezTo>
                    <a:pt x="5179187" y="168148"/>
                    <a:pt x="5032375" y="25400"/>
                    <a:pt x="4850384" y="25400"/>
                  </a:cubicBezTo>
                  <a:lnTo>
                    <a:pt x="354203" y="25400"/>
                  </a:lnTo>
                  <a:lnTo>
                    <a:pt x="354203" y="12700"/>
                  </a:lnTo>
                  <a:lnTo>
                    <a:pt x="354203" y="25400"/>
                  </a:lnTo>
                  <a:cubicBezTo>
                    <a:pt x="172212" y="25400"/>
                    <a:pt x="25400" y="168021"/>
                    <a:pt x="25400" y="343154"/>
                  </a:cubicBezTo>
                  <a:close/>
                </a:path>
              </a:pathLst>
            </a:custGeom>
            <a:solidFill>
              <a:srgbClr val="EC9D00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4017336" y="743208"/>
            <a:ext cx="343643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spc="45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KAPANIŞ - 17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940" y="2292788"/>
            <a:ext cx="17178123" cy="45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 spc="1500" dirty="0">
                <a:solidFill>
                  <a:srgbClr val="D2BDB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0903" y="7658100"/>
            <a:ext cx="196119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DERS VE BÖLÜM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0903" y="8102565"/>
            <a:ext cx="2522221" cy="1601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BİLECİK ŞEYH EDEBALİ ÜNİVERSİTESİ</a:t>
            </a: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FEN FAKÜLTESİ</a:t>
            </a: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İSTATİSTİK VE BİLGİSAYAR BİLİMLERİ</a:t>
            </a: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İST314 Veri </a:t>
            </a:r>
            <a:r>
              <a:rPr lang="en-US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Madenciliğine</a:t>
            </a: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Giriş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Doç</a:t>
            </a: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DR. Nur Kuban TORUN</a:t>
            </a: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17703" y="7658100"/>
            <a:ext cx="196119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KAYNAKÇA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4951" y="8102565"/>
            <a:ext cx="3911464" cy="1601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https://stackoverflow.com/questions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https://github.com/bymayfe/r_verimadenciligi/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https://httr.r-lib.org/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https://www.r-project.org/help.html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https://chatgpt.com/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Doç</a:t>
            </a: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DR. Nur Kuban TORUN –&gt; SUNUM VE KAYNAKLAR</a:t>
            </a: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33928" y="7658100"/>
            <a:ext cx="196119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SOSYAL MEDYA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81896" y="8191500"/>
            <a:ext cx="3679109" cy="44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https://mayfedev.vercel.app/</a:t>
            </a:r>
            <a:endParaRPr lang="en-US" sz="1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https://www.instagram.com/seyfettinbudakk/</a:t>
            </a:r>
          </a:p>
        </p:txBody>
      </p:sp>
      <p:sp>
        <p:nvSpPr>
          <p:cNvPr id="16" name="AutoShape 16"/>
          <p:cNvSpPr/>
          <p:nvPr/>
        </p:nvSpPr>
        <p:spPr>
          <a:xfrm rot="5351669">
            <a:off x="4480361" y="8848554"/>
            <a:ext cx="2093034" cy="19054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51669">
            <a:off x="7508324" y="8794046"/>
            <a:ext cx="2172215" cy="48483"/>
          </a:xfrm>
          <a:prstGeom prst="line">
            <a:avLst/>
          </a:prstGeom>
          <a:ln w="952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3224440" y="8223776"/>
            <a:ext cx="1846032" cy="0"/>
          </a:xfrm>
          <a:prstGeom prst="line">
            <a:avLst/>
          </a:prstGeom>
          <a:ln w="28575" cap="rnd">
            <a:solidFill>
              <a:srgbClr val="D2BDB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3192054" y="8388300"/>
            <a:ext cx="5928360" cy="279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35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BENİ İLGİYLE DİNLEDİĞİNİZ İÇİN TEŞEKKÜRLER..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92054" y="7310169"/>
            <a:ext cx="3756834" cy="76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© COPY ALL RIGHT. </a:t>
            </a:r>
          </a:p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SEYFETTİN  BUDAK </a:t>
            </a:r>
          </a:p>
          <a:p>
            <a:pPr algn="l">
              <a:lnSpc>
                <a:spcPts val="1980"/>
              </a:lnSpc>
            </a:pPr>
            <a:r>
              <a:rPr lang="en-US" sz="16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106257" y="-1812487"/>
            <a:ext cx="3502723" cy="4114800"/>
          </a:xfrm>
          <a:custGeom>
            <a:avLst/>
            <a:gdLst/>
            <a:ahLst/>
            <a:cxnLst/>
            <a:rect l="l" t="t" r="r" b="b"/>
            <a:pathLst>
              <a:path w="3502723" h="4114800">
                <a:moveTo>
                  <a:pt x="0" y="0"/>
                </a:moveTo>
                <a:lnTo>
                  <a:pt x="3502723" y="0"/>
                </a:lnTo>
                <a:lnTo>
                  <a:pt x="35027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335492" y="4225066"/>
            <a:ext cx="2522126" cy="2962850"/>
          </a:xfrm>
          <a:custGeom>
            <a:avLst/>
            <a:gdLst/>
            <a:ahLst/>
            <a:cxnLst/>
            <a:rect l="l" t="t" r="r" b="b"/>
            <a:pathLst>
              <a:path w="2522126" h="2962850">
                <a:moveTo>
                  <a:pt x="0" y="0"/>
                </a:moveTo>
                <a:lnTo>
                  <a:pt x="2522127" y="0"/>
                </a:lnTo>
                <a:lnTo>
                  <a:pt x="2522127" y="2962850"/>
                </a:lnTo>
                <a:lnTo>
                  <a:pt x="0" y="2962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97CA5BD-9174-D9C9-B160-D3AD4A0FDD5C}"/>
              </a:ext>
            </a:extLst>
          </p:cNvPr>
          <p:cNvSpPr txBox="1"/>
          <p:nvPr/>
        </p:nvSpPr>
        <p:spPr>
          <a:xfrm>
            <a:off x="7802098" y="604905"/>
            <a:ext cx="2129334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METİN MADENCİLİĞİ</a:t>
            </a:r>
          </a:p>
          <a:p>
            <a:pPr algn="r">
              <a:lnSpc>
                <a:spcPts val="1650"/>
              </a:lnSpc>
            </a:pPr>
            <a:r>
              <a:rPr lang="tr-TR" sz="1200" noProof="0" dirty="0">
                <a:solidFill>
                  <a:srgbClr val="FFFFFF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SEYFETTİN BUDAK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7843D8B1-ECEB-A69E-78D1-836182D910F4}"/>
              </a:ext>
            </a:extLst>
          </p:cNvPr>
          <p:cNvSpPr txBox="1"/>
          <p:nvPr/>
        </p:nvSpPr>
        <p:spPr>
          <a:xfrm>
            <a:off x="777240" y="604905"/>
            <a:ext cx="2062176" cy="42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STACK OVERFLOW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SORU İÇERİKLERİ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7B98CEBE-C919-CB9E-7356-D61036553623}"/>
              </a:ext>
            </a:extLst>
          </p:cNvPr>
          <p:cNvSpPr txBox="1"/>
          <p:nvPr/>
        </p:nvSpPr>
        <p:spPr>
          <a:xfrm>
            <a:off x="3472408" y="604905"/>
            <a:ext cx="1092768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MAYIS</a:t>
            </a:r>
          </a:p>
          <a:p>
            <a:pPr algn="l">
              <a:lnSpc>
                <a:spcPts val="1650"/>
              </a:lnSpc>
            </a:pPr>
            <a:r>
              <a:rPr lang="tr-TR" sz="1200" noProof="0" dirty="0">
                <a:solidFill>
                  <a:srgbClr val="FCFCFC">
                    <a:alpha val="8470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1211</Words>
  <Application>Microsoft Office PowerPoint</Application>
  <PresentationFormat>Özel</PresentationFormat>
  <Paragraphs>307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5" baseType="lpstr">
      <vt:lpstr>Calibri</vt:lpstr>
      <vt:lpstr>Poppins Bold</vt:lpstr>
      <vt:lpstr>Anton</vt:lpstr>
      <vt:lpstr>Calibri Light</vt:lpstr>
      <vt:lpstr>Poppins</vt:lpstr>
      <vt:lpstr>Arial</vt:lpstr>
      <vt:lpstr>Arimo Bold</vt:lpstr>
      <vt:lpstr>Custom Design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Guidica Presentation Template.pptx</dc:title>
  <dc:creator>Seyfettin Budak</dc:creator>
  <cp:lastModifiedBy>Seyfettin Budak</cp:lastModifiedBy>
  <cp:revision>21</cp:revision>
  <dcterms:created xsi:type="dcterms:W3CDTF">2006-08-16T00:00:00Z</dcterms:created>
  <dcterms:modified xsi:type="dcterms:W3CDTF">2025-05-26T19:02:31Z</dcterms:modified>
  <dc:identifier>DAGLxed1Eo0</dc:identifier>
</cp:coreProperties>
</file>